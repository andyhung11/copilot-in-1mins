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097280"/>
            <a:ext cx="3840480" cy="3840480"/>
          </a:xfrm>
          <a:prstGeom prst="ellipse">
            <a:avLst/>
          </a:prstGeom>
          <a:solidFill>
            <a:srgbClr val="2B579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97680"/>
            <a:ext cx="3108960" cy="3108960"/>
          </a:xfrm>
          <a:prstGeom prst="ellipse">
            <a:avLst/>
          </a:prstGeom>
          <a:solidFill>
            <a:srgbClr val="4A8FE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4A8F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Copilot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in Word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E4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Word 裡用 AI 草擬、潤飾、讀懂與就地協作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認識能力、看懂操作，然後套到你自己的工作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2093976" cy="457200"/>
          </a:xfrm>
          <a:prstGeom prst="roundRect">
            <a:avLst>
              <a:gd name="adj" fmla="val 50000"/>
            </a:avLst>
          </a:prstGeom>
          <a:solidFill>
            <a:srgbClr val="2B579A">
              <a:alpha val="75000"/>
            </a:srgbClr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5196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✍️ 草擬 Draft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18104" y="4251960"/>
            <a:ext cx="2249424" cy="457200"/>
          </a:xfrm>
          <a:prstGeom prst="roundRect">
            <a:avLst>
              <a:gd name="adj" fmla="val 50000"/>
            </a:avLst>
          </a:prstGeom>
          <a:solidFill>
            <a:srgbClr val="2B579A">
              <a:alpha val="75000"/>
            </a:srgbClr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18104" y="42519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🪄 潤飾 Refine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68696" y="425196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2B579A">
              <a:alpha val="75000"/>
            </a:srgbClr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68696" y="425196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 讀懂 Comprehend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41080" y="425196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2B579A">
              <a:alpha val="75000"/>
            </a:srgbClr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425196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🛠️ 就地整編 Co-edit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13464" y="4251960"/>
            <a:ext cx="2715768" cy="457200"/>
          </a:xfrm>
          <a:prstGeom prst="roundRect">
            <a:avLst>
              <a:gd name="adj" fmla="val 50000"/>
            </a:avLst>
          </a:prstGeom>
          <a:solidFill>
            <a:srgbClr val="2B579A">
              <a:alpha val="75000"/>
            </a:srgbClr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13464" y="4251960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紮根 Grounding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教育訓練　·　通用版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86868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58952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今天的議程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515600" cy="841248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109728" cy="841248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737360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57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03120" y="184708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 Copilot in Word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103120" y="2194560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它是什麼、能做什麼、如何在 Word 裡開啟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679192"/>
            <a:ext cx="10515600" cy="841248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79192"/>
            <a:ext cx="109728" cy="841248"/>
          </a:xfrm>
          <a:prstGeom prst="rect">
            <a:avLst/>
          </a:prstGeom>
          <a:solidFill>
            <a:srgbClr val="4A8FE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79192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8F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103120" y="278892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為什麼值得用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03120" y="3136392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把重複、耗時的寫作環節交給 AI，你專注判斷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621024"/>
            <a:ext cx="10515600" cy="841248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621024"/>
            <a:ext cx="109728" cy="841248"/>
          </a:xfrm>
          <a:prstGeom prst="rect">
            <a:avLst/>
          </a:prstGeom>
          <a:solidFill>
            <a:srgbClr val="3C8C6E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621024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8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103120" y="373075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六大核心能力逐一認識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103120" y="4078224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· Refine · Comprehend · Co-edit · Grounding · Models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562856"/>
            <a:ext cx="10515600" cy="841248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562856"/>
            <a:ext cx="109728" cy="841248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562856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764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103120" y="4672584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提示技巧、隱私與你來把關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103120" y="50200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怎麼問得好、資料界線、草稿由你驗證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5504688"/>
            <a:ext cx="10515600" cy="841248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504688"/>
            <a:ext cx="109728" cy="841248"/>
          </a:xfrm>
          <a:prstGeom prst="rect">
            <a:avLst/>
          </a:prstGeom>
          <a:solidFill>
            <a:srgbClr val="B04A6E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5504688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4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103120" y="5614416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動手練習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103120" y="596188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用練習手冊的產業情境，把能力套到你的工作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in Word 教育訓練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86868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58952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 Copilot in Word？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669280" cy="402336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5669280" cy="9144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它是什麼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in Word 是內建在 Word 裡的 AI 助手，出現在你日常寫作的文件畫面與聊天窗格。你只要用自然語言描述想要的結果，它就能：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33756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跨過空白頁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把粗稿改對語氣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將長文濃縮成重點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，甚至在文件裡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就地動手改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420624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它還能參照你的檔案、郵件與會議，讓內容貼近你所在組織的實際脈絡與用語。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507492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ℹ️ 需符合資格的 Microsoft 365 訂閱或 Microsoft 365 Copilot 授權；部分能力依授權與版本逐步推出。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20840" y="1737360"/>
            <a:ext cx="46177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20840" y="1737360"/>
            <a:ext cx="4617720" cy="91440"/>
          </a:xfrm>
          <a:prstGeom prst="rect">
            <a:avLst/>
          </a:prstGeom>
          <a:solidFill>
            <a:srgbClr val="3C8C6E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8C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🚪 怎麼開啟（3 步）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67728" y="2468880"/>
            <a:ext cx="457200" cy="457200"/>
          </a:xfrm>
          <a:prstGeom prst="ellipse">
            <a:avLst/>
          </a:prstGeom>
          <a:solidFill>
            <a:srgbClr val="3C8C6E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6772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89520" y="24231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Word 開啟一份文件。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67728" y="3493008"/>
            <a:ext cx="457200" cy="457200"/>
          </a:xfrm>
          <a:prstGeom prst="ellipse">
            <a:avLst/>
          </a:prstGeom>
          <a:solidFill>
            <a:srgbClr val="3C8C6E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677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89520" y="344728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點右下角的 Copilot 動態按鈕，或功能區上的 Copilot。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67728" y="4517136"/>
            <a:ext cx="457200" cy="457200"/>
          </a:xfrm>
          <a:prstGeom prst="ellipse">
            <a:avLst/>
          </a:prstGeom>
          <a:solidFill>
            <a:srgbClr val="3C8C6E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67728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89520" y="4471416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在聊天窗格開啟——輸入提示、選建議動作，或直接問文件問題。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in Word 教育訓練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86868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58952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為什麼值得用它？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2578608" cy="18745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空白頁焦慮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9992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每份文件都要從零開始想架構、打字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1783080"/>
            <a:ext cx="2578608" cy="18745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0332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🔁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4904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重複潤飾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749040" y="29992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同一段文字反覆改語氣、抓錯字、精簡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783080"/>
            <a:ext cx="2578608" cy="18745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📚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9224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讀不完的長文件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92240" y="29992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報告、規格、合約、會議記錄看到眼花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52560" y="1783080"/>
            <a:ext cx="2578608" cy="18745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972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🧩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3544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資料四散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235440" y="29992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重點分散在多份檔案、郵件與會議裡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069080"/>
            <a:ext cx="10533888" cy="173736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2519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in Word 把這些吃時間的環節接手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97280" y="4800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E0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你負責判斷與創意　</a:t>
            </a:r>
            <a:pPr indent="0" marL="0">
              <a:buNone/>
            </a:pPr>
            <a:r>
              <a:rPr lang="en-US" sz="1400" dirty="0">
                <a:solidFill>
                  <a:srgbClr val="E7F0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Copilot 負責初稿、潤飾、摘要與整編，你只要審核與拍板。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C0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重點：Copilot 產出的是「草稿」，數字與主張永遠由你把關。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in Word 教育訓練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86868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58952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六大核心能力總覽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接下來我們一頁一個能力，逐一認識它能做什麼、怎麼用、以及一句可直接套用的提示詞。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34015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965960"/>
            <a:ext cx="3401568" cy="9144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2267712"/>
            <a:ext cx="731520" cy="731520"/>
          </a:xfrm>
          <a:prstGeom prst="ellipse">
            <a:avLst/>
          </a:prstGeom>
          <a:solidFill>
            <a:srgbClr val="2B579A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267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✍️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38528" y="2295144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· 草擬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3081528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從提示、大綱或引用檔案起草，跨過空白頁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965960"/>
            <a:ext cx="34015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965960"/>
            <a:ext cx="3401568" cy="91440"/>
          </a:xfrm>
          <a:prstGeom prst="rect">
            <a:avLst/>
          </a:prstGeom>
          <a:solidFill>
            <a:srgbClr val="C97B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645152" y="2267712"/>
            <a:ext cx="731520" cy="731520"/>
          </a:xfrm>
          <a:prstGeom prst="ellipse">
            <a:avLst/>
          </a:prstGeom>
          <a:solidFill>
            <a:srgbClr val="C97B3C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45152" y="2267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🪄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04688" y="2295144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Refine · 潤飾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45152" y="3081528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改寫選取文字、調整語氣、讓內容更精簡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0" y="1965960"/>
            <a:ext cx="34015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0" y="1965960"/>
            <a:ext cx="3401568" cy="91440"/>
          </a:xfrm>
          <a:prstGeom prst="rect">
            <a:avLst/>
          </a:prstGeom>
          <a:solidFill>
            <a:srgbClr val="3C8C6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11312" y="2267712"/>
            <a:ext cx="731520" cy="731520"/>
          </a:xfrm>
          <a:prstGeom prst="ellipse">
            <a:avLst/>
          </a:prstGeom>
          <a:solidFill>
            <a:srgbClr val="3C8C6E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11312" y="2267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70848" y="2295144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Comprehend · 讀懂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211312" y="3081528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摘要長文、Chat only 問答、抓決策與行動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3950208"/>
            <a:ext cx="34015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3950208"/>
            <a:ext cx="3401568" cy="91440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8992" y="4251960"/>
            <a:ext cx="731520" cy="731520"/>
          </a:xfrm>
          <a:prstGeom prst="ellipse">
            <a:avLst/>
          </a:prstGeom>
          <a:solidFill>
            <a:srgbClr val="8764B8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78992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🛠️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938528" y="4279392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Co-edit · 就地整編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078992" y="5065776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Edit with Copilot 在文件內重組與更新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89120" y="3950208"/>
            <a:ext cx="34015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3950208"/>
            <a:ext cx="3401568" cy="91440"/>
          </a:xfrm>
          <a:prstGeom prst="rect">
            <a:avLst/>
          </a:prstGeom>
          <a:solidFill>
            <a:srgbClr val="B04A6E"/>
          </a:solidFill>
          <a:ln/>
        </p:spPr>
      </p:sp>
      <p:sp>
        <p:nvSpPr>
          <p:cNvPr id="32" name="Shape 30"/>
          <p:cNvSpPr/>
          <p:nvPr/>
        </p:nvSpPr>
        <p:spPr>
          <a:xfrm>
            <a:off x="4645152" y="4251960"/>
            <a:ext cx="731520" cy="731520"/>
          </a:xfrm>
          <a:prstGeom prst="ellipse">
            <a:avLst/>
          </a:prstGeom>
          <a:solidFill>
            <a:srgbClr val="B04A6E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45152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504688" y="4279392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Grounding · 紮根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4645152" y="5065776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/ 引用檔案、郵件、會議（最多 20 個）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55280" y="3950208"/>
            <a:ext cx="34015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55280" y="3950208"/>
            <a:ext cx="3401568" cy="91440"/>
          </a:xfrm>
          <a:prstGeom prst="rect">
            <a:avLst/>
          </a:prstGeom>
          <a:solidFill>
            <a:srgbClr val="1B6E8C"/>
          </a:solidFill>
          <a:ln/>
        </p:spPr>
      </p:sp>
      <p:sp>
        <p:nvSpPr>
          <p:cNvPr id="38" name="Shape 36"/>
          <p:cNvSpPr/>
          <p:nvPr/>
        </p:nvSpPr>
        <p:spPr>
          <a:xfrm>
            <a:off x="8211312" y="4251960"/>
            <a:ext cx="731520" cy="731520"/>
          </a:xfrm>
          <a:prstGeom prst="ellipse">
            <a:avLst/>
          </a:prstGeom>
          <a:solidFill>
            <a:srgbClr val="1B6E8C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11312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🧠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070848" y="4279392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 Selector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8211312" y="5065776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切換推理層級或 OpenAI／Claude 模型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in Word 教育訓練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49808" cy="7498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✍️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7F0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 1／6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44752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· 草擬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它能做什麼　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從一句提示、一份大綱，或引用你的檔案，幾秒生出結構完整的初稿，讓你不必再對著空白頁發呆。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9167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606040"/>
            <a:ext cx="502920" cy="502920"/>
          </a:xfrm>
          <a:prstGeom prst="ellipse">
            <a:avLst/>
          </a:prstGeom>
          <a:solidFill>
            <a:srgbClr val="2B579A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50545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開新空白文件，在 Copilot 提示框描述你要的結果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說清楚：文件類型、對象讀者、要包含的段落與長度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9167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657600"/>
            <a:ext cx="502920" cy="502920"/>
          </a:xfrm>
          <a:prstGeom prst="ellipse">
            <a:avLst/>
          </a:prstGeom>
          <a:solidFill>
            <a:srgbClr val="2B579A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55701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需要時輸入 / 引用來源，再按 Generate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17320" y="39410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產出後可 Keep it 保留、Regenerate 重生、Discard 捨棄，或追加一句微調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91672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17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可直接套用的提示詞（把【】換成你的內容）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882896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幫我草擬一份關於【主題】的【提案／報告／說明文件】，對象是【讀者】，包含背景、重點、效益、風險與下一步，語氣專業、約一頁。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6875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小技巧：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提示不必完美：先講你要的結果，再補長度、格式、語氣與來源。用 / 最多可引用 20 個檔案／郵件／會議。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in Word 教育訓練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C97B3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49808" cy="7498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7F0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 2／6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44752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Refine · 潤飾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97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它能做什麼　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選取現有文字，讓 Copilot 改寫語氣、精簡冗長、調整風格，並保留原本的粗體、斜體等格式。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9167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606040"/>
            <a:ext cx="502920" cy="502920"/>
          </a:xfrm>
          <a:prstGeom prst="ellipse">
            <a:avLst/>
          </a:prstGeom>
          <a:solidFill>
            <a:srgbClr val="C97B3C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50545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選取要修改的文字，點左側 Copilot 圖示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 Rewrite 預設動作，或直接用自己的話描述要怎麼改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9167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657600"/>
            <a:ext cx="502920" cy="502920"/>
          </a:xfrm>
          <a:prstGeom prst="ellipse">
            <a:avLst/>
          </a:prstGeom>
          <a:solidFill>
            <a:srgbClr val="C97B3C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55701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比較並保留最合適的版本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17320" y="39410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 Keep it／Regenerate／Discard，或再追加指令進一步收斂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91672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C97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17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可直接套用的提示詞（把【】換成你的內容）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882896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把這段改寫得更專業、精簡，去掉口語贅字，控制在【N】字內並保留原意；最後加一句明確的行動呼籲。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6875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97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小技巧：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選取範圍越明確，改寫越精準。也能下「更口語」「更正式」「翻成英文」「縮短一半」，適用一句到全文。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in Word 教育訓練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3C8C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49808" cy="7498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7F0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 3／6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44752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Comprehend · 讀懂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C8C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它能做什麼　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面對又長又雜的文件，先讓 Copilot 摘要重點、回答問題、抓出決策與行動項目——不改動原文。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9167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606040"/>
            <a:ext cx="502920" cy="502920"/>
          </a:xfrm>
          <a:prstGeom prst="ellipse">
            <a:avLst/>
          </a:prstGeom>
          <a:solidFill>
            <a:srgbClr val="3C8C6E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50545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開文件看頂端自動摘要，或請 Copilot 摘 5 重點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自動摘要需文件 ≥ 200 字且存於 OneDrive／SharePoint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9167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657600"/>
            <a:ext cx="502920" cy="502920"/>
          </a:xfrm>
          <a:prstGeom prst="ellipse">
            <a:avLst/>
          </a:prstGeom>
          <a:solidFill>
            <a:srgbClr val="3C8C6E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55701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 Chat only，只問不改文件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17320" y="39410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追問「有哪些待決策事項？」「有哪些風險？」整理成你的會議筆記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91672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3C8C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17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8C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可直接套用的提示詞（把【】換成你的內容）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882896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只在聊天回答、不要修改文件：用 5 個重點摘要這份文件，並列出需要決策的事項、主要風險與我該追問的三個問題。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6875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C8C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小技巧：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 only 適合『只想問、不要它動我的文件』的情境；要它動手改文件時再切回編輯模式。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in Word 教育訓練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49808" cy="7498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🛠️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7F0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 4／6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44752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Co-edit · 就地整編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它能做什麼　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Edit with Copilot（原 Agent Mode）在文件內就地建立、重組、格式化內容，套用 Word 內建樣式，你在旁審核。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9167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606040"/>
            <a:ext cx="502920" cy="502920"/>
          </a:xfrm>
          <a:prstGeom prst="ellipse">
            <a:avLst/>
          </a:prstGeom>
          <a:solidFill>
            <a:srgbClr val="8764B8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50545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在提示框選 Tools ▸ Edit with Copilot，下清楚指令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例如重組段落、更新表格、補上結論與下一步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9167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657600"/>
            <a:ext cx="502920" cy="502920"/>
          </a:xfrm>
          <a:prstGeom prst="ellipse">
            <a:avLst/>
          </a:prstGeom>
          <a:solidFill>
            <a:srgbClr val="8764B8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55701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預覽建議變更後再核准套用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17320" y="39410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共用文件會先在聊天顯示預覽；它也遵守追蹤修訂設定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91672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8764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17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可直接套用的提示詞（把【】換成你的內容）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882896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重組這份文件為清楚的標題段落，把散落內容歸位、改成專業書面體，更新表格數字，並在最後補上結論與三個可執行的下一步。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6875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8764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小技巧：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Edit with Copilot 直接改文件，可用復原或版本紀錄還原；目前只能在目前開啟的文件作業，無法建新檔／加註解／處理圖片。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in Word 教育訓練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B04A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49808" cy="7498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7F0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 5／6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44752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Grounding · 紮根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B04A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它能做什麼　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/ 引用你的檔案、郵件與會議（最多 20 個），讓草稿貼近你組織的真實數據、術語與 KPI，少空話。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9167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606040"/>
            <a:ext cx="502920" cy="502920"/>
          </a:xfrm>
          <a:prstGeom prst="ellipse">
            <a:avLst/>
          </a:prstGeom>
          <a:solidFill>
            <a:srgbClr val="B04A6E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50545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在提示中輸入 /，開始打來源名稱並選取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 Word／PowerPoint／PDF／TXT；試算表數字可直接貼進提示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9167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657600"/>
            <a:ext cx="502920" cy="502920"/>
          </a:xfrm>
          <a:prstGeom prst="ellipse">
            <a:avLst/>
          </a:prstGeom>
          <a:solidFill>
            <a:srgbClr val="B04A6E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55701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Copilot 產出有來源紮根的內容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17320" y="39410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產出會標示引用來源，方便你回頭核對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91672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B04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17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4A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可直接套用的提示詞（把【】換成你的內容）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882896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根據 /【檔名A】與 /【檔名B】，草擬一份對照目標的成效回顧報告，引用實際數字、點出亮點與未達標，並附一個成效總表。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6875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04A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小技巧：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來源越相關，草稿越貼近真實脈絡。Copilot 只在 Word 與你的 Microsoft 365 內容作業，不連外部工具，企業資料留在組織界線內。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in Word 教育訓練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49808" cy="7498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7F0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 6／6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44752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Model Selector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6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它能做什麼　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依任務切換不同推理層級，或選用支援的模型（如 OpenAI、Claude），為不同工作挑最合適的引擎。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9167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606040"/>
            <a:ext cx="502920" cy="502920"/>
          </a:xfrm>
          <a:prstGeom prst="ellipse">
            <a:avLst/>
          </a:prstGeom>
          <a:solidFill>
            <a:srgbClr val="1B6E8C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50545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 Copilot 的 Model Selector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選推理層級、用 Auto 讓它自動決定，或指定支援的模型供應商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91672" cy="96012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657600"/>
            <a:ext cx="502920" cy="502920"/>
          </a:xfrm>
          <a:prstGeom prst="ellipse">
            <a:avLst/>
          </a:prstGeom>
          <a:solidFill>
            <a:srgbClr val="1B6E8C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55701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Regenerate 比較不同版本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17320" y="39410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複雜分析用深入推理；一般草擬用 Auto 即可，回應更快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91672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1B6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17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可直接套用的提示詞（把【】換成你的內容）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882896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B4B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用更深入的推理，重寫這段分析與建議，每一點都要有依據並具體到可執行的行動。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6875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6E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小技巧：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沒有『最好』的單一模型——依任務性質（快速草擬 vs. 深度分析）挑選，再用 Regenerate 比較輸出。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in Word 教育訓練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86868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58952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把提示詞寫好的 4 個原則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257860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2578608" cy="9144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7" name="Shape 5"/>
          <p:cNvSpPr/>
          <p:nvPr/>
        </p:nvSpPr>
        <p:spPr>
          <a:xfrm>
            <a:off x="1792224" y="2057400"/>
            <a:ext cx="640080" cy="640080"/>
          </a:xfrm>
          <a:prstGeom prst="ellipse">
            <a:avLst/>
          </a:prstGeom>
          <a:solidFill>
            <a:srgbClr val="2B579A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9222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先講結果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2416" y="33375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開頭就說你要什麼成果（一份提案、5 個重點、一封信）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783080"/>
            <a:ext cx="257860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783080"/>
            <a:ext cx="2578608" cy="91440"/>
          </a:xfrm>
          <a:prstGeom prst="rect">
            <a:avLst/>
          </a:prstGeom>
          <a:solidFill>
            <a:srgbClr val="C97B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35424" y="2057400"/>
            <a:ext cx="640080" cy="640080"/>
          </a:xfrm>
          <a:prstGeom prst="ellipse">
            <a:avLst/>
          </a:prstGeom>
          <a:solidFill>
            <a:srgbClr val="C97B3C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3542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4904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補上細節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85616" y="33375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再加長度、格式、語氣、對象讀者，越具體越貼近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783080"/>
            <a:ext cx="257860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783080"/>
            <a:ext cx="2578608" cy="91440"/>
          </a:xfrm>
          <a:prstGeom prst="rect">
            <a:avLst/>
          </a:prstGeom>
          <a:solidFill>
            <a:srgbClr val="B04A6E"/>
          </a:solidFill>
          <a:ln/>
        </p:spPr>
      </p:sp>
      <p:sp>
        <p:nvSpPr>
          <p:cNvPr id="19" name="Shape 17"/>
          <p:cNvSpPr/>
          <p:nvPr/>
        </p:nvSpPr>
        <p:spPr>
          <a:xfrm>
            <a:off x="7278624" y="2057400"/>
            <a:ext cx="640080" cy="640080"/>
          </a:xfrm>
          <a:prstGeom prst="ellipse">
            <a:avLst/>
          </a:prstGeom>
          <a:solidFill>
            <a:srgbClr val="B04A6E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7862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📎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9224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給它來源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28816" y="33375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/ 引用相關檔案、郵件、會議，讓內容紮根不空泛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52560" y="1783080"/>
            <a:ext cx="257860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52560" y="1783080"/>
            <a:ext cx="2578608" cy="91440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21824" y="2057400"/>
            <a:ext cx="640080" cy="640080"/>
          </a:xfrm>
          <a:prstGeom prst="ellipse">
            <a:avLst/>
          </a:prstGeom>
          <a:solidFill>
            <a:srgbClr val="8764B8"/>
          </a:solidFill>
          <a:ln/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2182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🔁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3544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逐步微調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72016" y="33375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不滿意就追加一句話修，或 Regenerate 看別的版本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" y="4892040"/>
            <a:ext cx="10533888" cy="914400"/>
          </a:xfrm>
          <a:prstGeom prst="rect">
            <a:avLst/>
          </a:prstGeom>
          <a:solidFill>
            <a:srgbClr val="EEF3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5029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一句範例：</a:t>
            </a:r>
            <a:pPr indent="0" marL="0">
              <a:buNone/>
            </a:pPr>
            <a:r>
              <a:rPr lang="en-US" sz="135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「幫我為【新方案】草擬一份給【主管】的提案，含背景、效益、風險與下一步，約一頁，語氣專業。」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in Word 教育訓練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86868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58952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你來把關，資料有界線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40156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3401568" cy="685800"/>
          </a:xfrm>
          <a:prstGeom prst="rect">
            <a:avLst/>
          </a:prstGeom>
          <a:solidFill>
            <a:srgbClr val="C97B3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83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草稿由你驗證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產出的是草稿，不是定稿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數字、事實與主張都要你核對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隨時可用復原或版本紀錄還原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40156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783080"/>
            <a:ext cx="3401568" cy="685800"/>
          </a:xfrm>
          <a:prstGeom prst="rect">
            <a:avLst/>
          </a:prstGeom>
          <a:solidFill>
            <a:srgbClr val="8764B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83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變更先預覽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共用文件的編修會先在聊天預覽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你核准後才套用，避免誤動協作內容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遵守文件的追蹤修訂設定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0" y="1783080"/>
            <a:ext cx="340156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4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55280" y="1783080"/>
            <a:ext cx="3401568" cy="685800"/>
          </a:xfrm>
          <a:prstGeom prst="rect">
            <a:avLst/>
          </a:prstGeom>
          <a:solidFill>
            <a:srgbClr val="3C8C6E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783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資料留在界線內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880" y="269748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只在 Word 與你的 M365 內容作業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不連接外部工具，企業資料受組織保護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D2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敏感內容外部分享前先確認與加標籤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in Word 教育訓練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206240"/>
            <a:ext cx="3840480" cy="3840480"/>
          </a:xfrm>
          <a:prstGeom prst="ellipse">
            <a:avLst/>
          </a:prstGeom>
          <a:solidFill>
            <a:srgbClr val="2B579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3657600" cy="3657600"/>
          </a:xfrm>
          <a:prstGeom prst="ellipse">
            <a:avLst/>
          </a:prstGeom>
          <a:solidFill>
            <a:srgbClr val="4A8FE0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換你動手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4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認識能力之後，打開練習手冊，用貼近你產業的情境把 Copilot in Word 練起來。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10515600" cy="868680"/>
          </a:xfrm>
          <a:prstGeom prst="rect">
            <a:avLst/>
          </a:prstGeom>
          <a:solidFill>
            <a:srgbClr val="2B579A">
              <a:alpha val="80000"/>
            </a:srgbClr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182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📘 練習手冊（單檔 HTML）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51560" y="35387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個連貫情境、雙語、可下載練習檔、實機截圖、簡報模式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032504"/>
            <a:ext cx="10515600" cy="868680"/>
          </a:xfrm>
          <a:prstGeom prst="rect">
            <a:avLst/>
          </a:prstGeom>
          <a:solidFill>
            <a:srgbClr val="2B579A">
              <a:alpha val="80000"/>
            </a:srgbClr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15137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🏭 依產業帶入情境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51560" y="45079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手冊以一個範例產業串起流程；可換成你客戶／團隊的產業與角色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5001768"/>
            <a:ext cx="10515600" cy="868680"/>
          </a:xfrm>
          <a:prstGeom prst="rect">
            <a:avLst/>
          </a:prstGeom>
          <a:solidFill>
            <a:srgbClr val="2B579A">
              <a:alpha val="80000"/>
            </a:srgbClr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🧭 五步練習路徑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51560" y="547725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草擬 → 潤飾 → 讀懂 → 就地整編 → 跨來源回顧，逐步照做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記得：Copilot 幫你把事情做到 80 分，最後 20 分的判斷與專業，是你的價值。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in Word 教育訓練</dc:title>
  <dc:subject>PptxGenJS Presentation</dc:subject>
  <dc:creator>Andy Hung</dc:creator>
  <cp:lastModifiedBy>Andy Hung</cp:lastModifiedBy>
  <cp:revision>1</cp:revision>
  <dcterms:created xsi:type="dcterms:W3CDTF">2026-07-13T03:24:27Z</dcterms:created>
  <dcterms:modified xsi:type="dcterms:W3CDTF">2026-07-13T03:24:27Z</dcterms:modified>
</cp:coreProperties>
</file>