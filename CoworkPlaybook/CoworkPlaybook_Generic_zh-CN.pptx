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image" Target="../media/image-21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 AI 的实战工作流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5 个通用工作场景，看 Copilot 如何跨应用多步执行，并在中高风险操作前显示风险等级、等你批准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培训演示文稿 · 客户分享版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什么是代理式 AI，和一般 Copilot Chat 有什么不同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核心能力与运作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技能、工作区、操作前审批、自检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示例文件下载后拖进对话，以及哪些场景会动到邮箱和日历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五大实战场景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收件箱、客户拜访、数据、研究演示、自定义技能，逐一拆解工作流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用到你的日常工作里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如何把这些场景延伸到自己的工作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从「对话」到「代理执行」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你交付一个目标，它会自己拆解步骤、读取云端文件、加载需要的技能，跨应用产出成果并自检——中高风险操作会显示风险等级并停下来请你批准。你从「快速单轮问答」升级为「交付一个可执行的任务」。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快速单轮问答；适合即时回答和头脑风暴。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你给目标，它跨应用多步骤自主执行，可以运行几分钟到几小时。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你仍然主导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对外或影响别人的操作，一律先暂停等你批准。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与一般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秒～分钟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单步骤、单个会话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粘贴片段内容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单一对话能力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聊天窗口里的文字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每次都要你打开并下指令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接地于 M365 数据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你自己判断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四个让 Cowork 不一样的能力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个内置技能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右侧面板同时显示进度、输入文件、输出文件、已加载技能、计划任务和已批准的权限，过程透明可追溯。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 RISK-LEVEL；可以批准、取消，或者设置仅限此收件人／仅限此域名／始终允许；多条待审可以一起批准。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计划提示（上限 25 个）和事件触发任务、工作量级别五档调节质量与成本、自定义技能创建后自动生成技能报告（0–100 分四个维度，另有含安全与 RAI 扫描的 5 道独立关卡）、本机 Edge 浏览器（2026/8 GA）、图像生成、Plugins／MCP 连外部系统。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一次代理式工作流，背后发生什么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拆成步骤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内置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自定义技能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执行产出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创建文档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电子表格／邮件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对外操作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等你批准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整个过程在「工作区」面板里透明呈现；可以软／硬暂停、恢复或取消任务。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启动方式不只是聊天下指令：也能设置「收到指定邮件／被 @提及时」自动触发（事件驱动任务），一样走相同的自检和审批流程。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素材下载后拖进对话即可，不需要事先放进 OneDrive · 准备时间 约 8 分钟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下载示例文件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每个场景的〈参考文件〉区都有下载链接，点了就存到你的电脑。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邮箱：它会建草稿，不会擅自发出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有几个场景会让 Cowork 起草邮件。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日历：本周留一些空档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有几个场景会让 Cowork 安排会议或建提醒，写进的是你自己的日历。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产出会存到你的 OneDrive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生成的文件会存进你自己的 OneDrive，也可以在对话右侧的工作区面板直接预览或下载。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技能文件夹：现场创建，不要先放进去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有场景会演示现场创建自定义技能。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自动化页面：先清掉残留的任务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有场景会创建计划提示（Scheduled prompt）或事件触发任务。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Search：组织里要真的有东西可搜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有场景会让 Cowork 先用 Enterprise Search 盘点组织内部…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Deep Research 很慢也很贵，演示前先试跑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有场景会用到 Deep Research。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开课前最后检查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要练的场景，它的参考文件都已下载到你的电脑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清楚审批卡出现时要逐个检查收件人，练习邮件不会发给真实对象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日历本周有空档，可以让它排入测试会议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五大实战场景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889699" cy="109728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7" name="Shape 5"/>
          <p:cNvSpPr/>
          <p:nvPr/>
        </p:nvSpPr>
        <p:spPr>
          <a:xfrm>
            <a:off x="1127730" y="2194560"/>
            <a:ext cx="914400" cy="914400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898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生产力 / 个人效率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3408553"/>
            <a:ext cx="1706819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收件箱分类与定时执行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986149"/>
            <a:ext cx="170681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 · Daily Briefing · 计划提示 Scheduled prompt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6280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 分钟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95539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95539" y="1828800"/>
            <a:ext cx="1889699" cy="109728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3189" y="2194560"/>
            <a:ext cx="914400" cy="914400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5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86979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/ 售前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86979" y="3408553"/>
            <a:ext cx="170681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客户拜访全流程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86979" y="3738499"/>
            <a:ext cx="1706819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· Email · Scheduling · Calendar Management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86979" y="461327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12 分钟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50998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50998" y="1828800"/>
            <a:ext cx="1889699" cy="109728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42438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运营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42438" y="3408553"/>
            <a:ext cx="1706819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销售数据多维呈现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242438" y="3986149"/>
            <a:ext cx="1706819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Adaptive Cards · PDF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42438" y="446468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 分钟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406457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06457" y="1828800"/>
            <a:ext cx="1889699" cy="109728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1" name="Shape 26"/>
          <p:cNvSpPr/>
          <p:nvPr/>
        </p:nvSpPr>
        <p:spPr>
          <a:xfrm>
            <a:off x="7894107" y="2194560"/>
            <a:ext cx="914400" cy="91440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275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7897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/ 客户经营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97897" y="3408553"/>
            <a:ext cx="170681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内外部情报整合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97897" y="3738499"/>
            <a:ext cx="170681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Search · Deep Research · PowerPoint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97897" y="441515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661916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661916" y="1828800"/>
            <a:ext cx="1889699" cy="109728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49566" y="2194560"/>
            <a:ext cx="914400" cy="914400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34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53356" y="3163824"/>
            <a:ext cx="1706819" cy="174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8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 / 自动化</a:t>
            </a:r>
            <a:endParaRPr lang="en-US" sz="1058" dirty="0"/>
          </a:p>
        </p:txBody>
      </p:sp>
      <p:sp>
        <p:nvSpPr>
          <p:cNvPr id="42" name="Text 35"/>
          <p:cNvSpPr/>
          <p:nvPr/>
        </p:nvSpPr>
        <p:spPr>
          <a:xfrm>
            <a:off x="9753356" y="3393364"/>
            <a:ext cx="1706819" cy="455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自定义技能与事件触发</a:t>
            </a:r>
            <a:endParaRPr lang="en-US" sz="1380" dirty="0"/>
          </a:p>
        </p:txBody>
      </p:sp>
      <p:sp>
        <p:nvSpPr>
          <p:cNvPr id="43" name="Text 36"/>
          <p:cNvSpPr/>
          <p:nvPr/>
        </p:nvSpPr>
        <p:spPr>
          <a:xfrm>
            <a:off x="9753356" y="3931336"/>
            <a:ext cx="1706819" cy="729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 · 技能评测 Skill Report · 事件触发任务 Event-driven task</a:t>
            </a:r>
            <a:endParaRPr lang="en-US" sz="1104" dirty="0"/>
          </a:p>
        </p:txBody>
      </p:sp>
      <p:sp>
        <p:nvSpPr>
          <p:cNvPr id="44" name="Text 37"/>
          <p:cNvSpPr/>
          <p:nvPr/>
        </p:nvSpPr>
        <p:spPr>
          <a:xfrm>
            <a:off x="9753356" y="4742713"/>
            <a:ext cx="1706819" cy="33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18 分钟</a:t>
            </a:r>
            <a:endParaRPr lang="en-US" sz="1012" dirty="0"/>
          </a:p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1012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生产力 / 个人效率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收件箱分类与定时执行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10 分钟 · 难度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Briefing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7523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 Scheduled prompt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把一份“分类规则”交给 Cowork，让它每天早上用同一套标准帮你扫一遍收件箱、分四象限、挑出今天非回不可的邮件，再生成一份 5 分钟读完的晨报；最后把整套流程设成每天 08:30 自动执行 —— 从今天起，你开机时它已经做完了。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上传规则并让它分类今天的收件箱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把参考文件里的分类规则 md 上传到聊天框，发送下面的提示词。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观察它怎么读邮件、逐封套规则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展开“思考过程”，看它怎么把每封邮件对应到你的规则；确认收件箱和规则都被读取后，发送下面的提示词。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收到你的每日晨报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读一下你的晨报，对照规则第四节的五个板块，确认它按你的格式排版。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设成每天 08:30 自动执行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发送下面的提示词，把整套流程交给计划任务。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1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1_04_schedule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〔操作〕分类规则 md 已上传，Cowork 读取了你的真实收件箱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〔判断〕最多 3 封最优先邮件被标成 ⭐，而且它说得出每一封是套用哪一条规则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〔产出〕晨报含规则第四节的五个板块（今日焦点／今日会议／必须回复／等待中／提醒）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/ 售前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客户拜访全流程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12 分钟 · 难度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95728" y="457200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2395728" y="457200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074920"/>
            <a:ext cx="22219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07492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Calendar Management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从一份客户背景资料出发，让 Cowork 自动生成“会前 brief”，会后起草跟进邮件并在你批准后发出，最后直接把下次会议排进日历 —— 从准备、收尾到约下一步，一条龙走完。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上传背景文件并下指令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在聊天框点上传附件，把参考文件里的客户背景 docx 上传，发送下面的提示词。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观察代理式工作流和产出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展开工作区面板，看它自检的过程；读完 Word 初稿后，发送下面的提示词。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会后：起草跟进邮件并批准发出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Word brief 初稿的内容符合预期后，发送下面的提示词，并在审批卡出现时确认三件事。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把下次会议直接排进日历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跟进邮件发出后，发送下面的提示词，让它把邮件里承诺的下一步真的变成一场会议。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2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2_07_meeting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〔操作〕客户背景 docx 已上传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〔产出〕Word brief 含四个段落且内容对应背景资料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〔判断〕你问过它“有没有发现矛盾或信息不足”，并确认最终版本正确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运营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销售数据多维呈现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10 分钟 · 难度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丢一份原始销售明细给 Cowork，让它自动算出数据透视汇总、用公式联动、标出最好和最差，并写出关键发现；再把三个重点做成对话里就能看的交互卡片，以及一份可以直接转发的 PDF —— 同一份分析，三种给人看的方式。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上传数据并说清楚你要的分析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把参考文件里的销售原始 xlsx 上传到聊天框，发送下面的提示词。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观察它怎么自己校验数字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展开“思考过程”，看 Python 计算和 Excel 建表交替进行的步骤；确认数字做过交叉校验后…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打开仪表板验收成果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点开生成的 xlsx 预览，确认工作表结构；如果你想知道哪些数字是动态公式、哪些是写死的，发送下面的提示词。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同一份分析，换两种给人看的方式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仪表板验收无误后，发送下面的提示词，让它把三个关键发现做成交互卡片，另存一份 PDF 摘要。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3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3_05_cards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〔操作〕销售原始 xlsx 已上传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〔产出〕生成的文件含“销售分析仪表板”和“原始数据”两个工作表，三张数据透视汇总表各含小计、占比与退货率，以 SUMIF 公式联动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〔产出〕附有三点关键发现与建议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/ 客户经营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内外部情报整合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618488" cy="402336"/>
          </a:xfrm>
          <a:prstGeom prst="roundRect">
            <a:avLst>
              <a:gd name="adj" fmla="val 50000"/>
            </a:avLst>
          </a:prstGeom>
          <a:solidFill>
            <a:srgbClr val="8764B8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618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Research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04288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2304288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做客户汇报前，先问一个常被跳过的问题：我们公司内部已经知道什么？让 Cowork 先用企业搜索捞出组织内已有的会议纪要和往来资料，再联网做深度研究补外部信息，最后接力做成一份有凭有据的 PowerPoint。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先问内部：我们已经知道什么？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先不要上传任何文件，也先不要联网查。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再问外部：把缺的补起来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把参考文件里的研究演示大纲 md 上传到聊天框，发送下面的提示词。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多技能接力：内部＋外部 → 幻灯片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确认研究摘要 research-report.md 已经写出来，并看到 PowerPoint 技能被加载后…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验收：哪些能讲、哪些要先核实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点开 PowerPoint 预览，确认 8 页结构完整，找出黄色占位符字段和来源标注；发送下面的提示词。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4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4_05_deck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〔操作〕你一个文件都没上传，Cowork 就用企业搜索捞出了组织内已有的客户资料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〔判断〕你看得出内部已知什么、缺什么，才决定外部要查哪些方面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〔产出〕深度研究生成一份附有真实来源链接的研究摘要（.md）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 / 自动化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自定义技能与事件触发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18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235000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技能评测 Skill Report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321868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3218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事件触发任务 Event-driven task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把你每周都要做的固定工作教给 Cowork 一次，看它自动给你的技能打分，最后再让这个技能自己启动 —— 收到特定的邮件就自动跑，连那句触发语都不用说。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 Cowork：技能怎么建？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发送下面的提示词，让 Cowork 讲讲它自己的技能机制。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Cowork 用对话的方式帮你建技能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把参考文件里的 S5_SKILL.md 上传，对照技能定义，再发送下面的提示词让 Cowork 直接建技能。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开新会话，用一句话触发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关掉当前的 Cowork 对话，开一个全新的 Cowork 聊天…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让技能自己启动：设一个事件触发任务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发送下面的提示词，把刚才那个技能挂到“收到特定邮件”这个事件上。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5_01_howto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5_10_trigger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〔操作〕customer-weekly-report 技能已创建并同步到 OneDrive 的 Documents/Cowork/skills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〔评测〕你看到了技能报告的分数，并说得出四个维度分别在评什么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〔判断〕你知道“高分”不等于“通过”，因为安全与 RAI 扫描是独立的关卡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01952"/>
            <a:ext cx="493776" cy="493776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299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5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生产力 / 个人效率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把规则改成你自己的判断标准（你的 VIP 名单、你的象限定义），做出专属的分类逻辑。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743200"/>
            <a:ext cx="493776" cy="493776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8712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6090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/ 售前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2660904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把背景文件换成你真实的客户资料（脱敏后），让 Cowork 生成你下一场拜访的 brief。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584448"/>
            <a:ext cx="493776" cy="493776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7124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0215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运营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749040" y="3502152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换成你自己的销售或运营数据，生成属于你部门的仪表板。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425696"/>
            <a:ext cx="493776" cy="493776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55371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434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76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/ 客户经营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749040" y="4343400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换成你自己负责的客户，先跑一遍企业搜索，看看公司内部到底积累了多少你不知道的资料。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5266944"/>
            <a:ext cx="493776" cy="493776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39496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1846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D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 / 自动化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749040" y="5184648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把段落和用语改成你公司真正的周报格式，建立属于你自己的版本。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自动化，但你始终是决策者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中高风险操作会显示 RISK-LEVEL；发邮件、发 Teams、创建会议等操作会先摊开成可编辑的预览，批准后才发出。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「不再询问」可以限定此收件人、此域名，或者始终允许；任务可以软／硬暂停、恢复或取消。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自动化任务也有把关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计划提示和事件驱动任务有执行频率限制和防循环保护；一律以创建者的权限执行，而且与其他 Cowork 活动一起记录在统一审核日志里，适用 Microsoft Purview 策略。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不能访问本地文件、删除 OneDrive/SharePoint 文件或读取加密文件；附件 &lt;200MB；自定义技能和第三方 plugin 未经 Microsoft 验证，需要自行审阅。官方明确列出不适用于「免人工审查即需保证正确」的用途。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现在就开始练习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练习手册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挑一个最贴近你工作的场景开始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自定义技能放 OneDrive /Documents/Cowork/skills/ 下的 SKILL.md（最多 50 个、每个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模型选择器：Auto（默认）、GPT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工作量级别：Light／Medium（默认）／High／Extra High／Max —— 越高越彻底，但更慢且消耗更多点数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想要自动触发？到「自动化」页设置计划提示（上限 25 个）或事件触发任务（收到邮件／被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从提问到交办，标准你决定，执行交给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 · 培训演示文稿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培训</dc:title>
  <dc:subject>PptxGenJS Presentation</dc:subject>
  <dc:creator>Andy Hung</dc:creator>
  <cp:lastModifiedBy>Andy Hung</cp:lastModifiedBy>
  <cp:revision>1</cp:revision>
  <dcterms:created xsi:type="dcterms:W3CDTF">2026-09-21T21:00:46Z</dcterms:created>
  <dcterms:modified xsi:type="dcterms:W3CDTF">2026-09-21T21:00:46Z</dcterms:modified>
</cp:coreProperties>
</file>