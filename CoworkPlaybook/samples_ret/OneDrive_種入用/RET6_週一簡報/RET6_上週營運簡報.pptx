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週一營運簡報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08C95"/>
                </a:solidFill>
                <a:latin typeface="Microsoft JhengHei"/>
              </a:rPr>
              <a:t>Zava 中秋檔　檔期成效回顧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區域營運部　林雅婷 區域營運經理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基準日 2026-10-05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檔期成效摘要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週一營運簡報　基準日 2026-10-05　內部使用，請勿外流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8C95"/>
                </a:solidFill>
                <a:latin typeface="Microsoft JhengHei"/>
              </a:rPr>
              <a:t>結論：Zava 中秋檔檔期週 +38%，成果亮眼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JhengHei"/>
              </a:rPr>
              <a:t>檔期週銷售指數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Microsoft JhengHei"/>
              </a:rPr>
              <a:t>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JhengHei"/>
              </a:rPr>
              <a:t>基期 =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286000"/>
            <a:ext cx="91440" cy="15544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JhengHei"/>
              </a:rPr>
              <a:t>檔期週較基期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42B4D"/>
                </a:solidFill>
                <a:latin typeface="Microsoft JhengHei"/>
              </a:rPr>
              <a:t>+38%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JhengHei"/>
              </a:rPr>
              <a:t>Zava 中秋檔（9/21–9/27）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286000"/>
            <a:ext cx="91440" cy="1554480"/>
          </a:xfrm>
          <a:prstGeom prst="rect">
            <a:avLst/>
          </a:prstGeom>
          <a:solidFill>
            <a:srgbClr val="E89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JhengHei"/>
              </a:rPr>
              <a:t>參與門市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9F1B"/>
                </a:solidFill>
                <a:latin typeface="Microsoft JhengHei"/>
              </a:rPr>
              <a:t>120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JhengHei"/>
              </a:rPr>
              <a:t>全區門市＋官網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B4D"/>
                </a:solidFill>
                <a:latin typeface="Microsoft JhengHei"/>
              </a:rPr>
              <a:t>• 檔期週銷售指數 138，較基期 +38%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JhengHei"/>
              </a:rPr>
              <a:t>• 四個區域與五大品類皆高於基期，廚房收納與小家電最高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JhengHei"/>
              </a:rPr>
              <a:t>• 主管回饋：檔期節奏與備貨大致到位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JhengHei"/>
              </a:rPr>
              <a:t>• 建議：下個檔期沿用同樣的檔期機制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檔期週分區表現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JhengHei"/>
              </a:rPr>
              <a:t>銷售指數，基期 =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週一營運簡報　基準日 2026-10-05　內部使用，請勿外流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743200"/>
                <a:gridCol w="246888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區域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基期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檔期週 W3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較基期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北區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中區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+34%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南區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東區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+30%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全區加權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檔期週分品類表現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JhengHei"/>
              </a:rPr>
              <a:t>銷售指數，基期 =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週一營運簡報　基準日 2026-10-05　內部使用，請勿外流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743200"/>
                <a:gridCol w="246888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品類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基期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檔期週 W3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較基期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廚房收納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保鮮容器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+30%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寢具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小家電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+42%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節慶禮盒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+40%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結論與下一步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週一營運簡報　基準日 2026-10-05　內部使用，請勿外流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852160"/>
                <a:gridCol w="2194560"/>
                <a:gridCol w="201168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事項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負責人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到期日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沿用中秋檔機制規劃週年慶促銷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林雅婷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2026-10-19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週年慶備貨與到貨追蹤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陳冠宇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2026-10-23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開賣前門市人力盤點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黃怡君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2026-10-30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2062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B4D"/>
                </a:solidFill>
                <a:latin typeface="Microsoft JhengHei"/>
              </a:rPr>
              <a:t>總結：Zava 中秋檔檔期週 +38%，成果亮眼，建議複製成功經驗。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附錄：資料來源與定義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週一營運簡報　基準日 2026-10-05　內部使用，請勿外流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B4D"/>
                </a:solidFill>
                <a:latin typeface="Microsoft JhengHei"/>
              </a:rPr>
              <a:t>• 資料來源：RET6_週銷售表（POS／BI 週彙總）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Microsoft JhengHei"/>
              </a:rPr>
              <a:t>• 銷售指數：當週全通路銷售額 ÷ 基期週均 × 100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Microsoft JhengHei"/>
              </a:rPr>
              <a:t>• 基期：檔期前四週（8/10–9/6）平均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Microsoft JhengHei"/>
              </a:rPr>
              <a:t>• 範圍：120 家門市＋官網，加盟 POS 未連線者已排除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Microsoft JhengHei"/>
              </a:rPr>
              <a:t>• 本簡報編製日 2026-10-05，W4 資料補傳前製作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