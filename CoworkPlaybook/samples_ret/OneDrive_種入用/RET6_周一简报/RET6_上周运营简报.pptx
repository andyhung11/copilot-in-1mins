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周一运营简报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008C95"/>
                </a:solidFill>
                <a:latin typeface="Microsoft YaHei"/>
              </a:rPr>
              <a:t>Zava 中秋档　档期成效回顾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区域运营部　林雅婷 区域运营经理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基准日 2026-10-05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档期成效摘要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周一运营简报　基准日 2026-10-05　内部使用，请勿外传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8C95"/>
                </a:solidFill>
                <a:latin typeface="Microsoft YaHei"/>
              </a:rPr>
              <a:t>结论：Zava 中秋档档期周 +38%，成果亮眼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91440" cy="15544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档期周销售指数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08C95"/>
                </a:solidFill>
                <a:latin typeface="Microsoft YaHei"/>
              </a:rPr>
              <a:t>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基期 =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28600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286000"/>
            <a:ext cx="91440" cy="15544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3774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档期周较基期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432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42B4D"/>
                </a:solidFill>
                <a:latin typeface="Microsoft YaHei"/>
              </a:rPr>
              <a:t>+38%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29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Zava 中秋档（9/21–9/27）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28600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286000"/>
            <a:ext cx="91440" cy="1554480"/>
          </a:xfrm>
          <a:prstGeom prst="rect">
            <a:avLst/>
          </a:prstGeom>
          <a:solidFill>
            <a:srgbClr val="E89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3774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YaHei"/>
              </a:rPr>
              <a:t>参与门店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432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9F1B"/>
                </a:solidFill>
                <a:latin typeface="Microsoft YaHei"/>
              </a:rPr>
              <a:t>120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429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</a:rPr>
              <a:t>全区门店＋官网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11155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2B4D"/>
                </a:solidFill>
                <a:latin typeface="Microsoft YaHei"/>
              </a:rPr>
              <a:t>• 档期周销售指数 138，较基期 +38%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YaHei"/>
              </a:rPr>
              <a:t>• 四个区域和五大品类均高于基期，厨房收纳与小家电最高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YaHei"/>
              </a:rPr>
              <a:t>• 管理层反馈：档期节奏与备货基本到位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YaHei"/>
              </a:rPr>
              <a:t>• 建议：下个档期沿用同样的档期机制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档期周分区表现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销售指数，基期 =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周一运营简报　基准日 2026-10-05　内部使用，请勿外传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743200"/>
                <a:gridCol w="246888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区域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档期周 W3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较基期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华北区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+46%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华中区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+34%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华南区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+38%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华东区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+30%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全区加权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+38%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档期周分品类表现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YaHei"/>
              </a:rPr>
              <a:t>销售指数，基期 =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周一运营简报　基准日 2026-10-05　内部使用，请勿外传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743200"/>
                <a:gridCol w="246888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品类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档期周 W3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较基期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厨房收纳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+42%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保鲜容器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+30%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床品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+38%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小家电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+42%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节庆礼盒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+40%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结论与下一步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周一运营简报　基准日 2026-10-05　内部使用，请勿外传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852160"/>
                <a:gridCol w="2194560"/>
                <a:gridCol w="201168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事项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负责人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到期日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沿用中秋档机制规划周年庆促销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林雅婷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2026-10-19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周年庆备货与到货跟踪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陈冠宇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2026-10-23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开卖前门店人力盘点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黄怡君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YaHei"/>
                        </a:defRPr>
                      </a:pPr>
                      <a:r>
                        <a:t>2026-10-30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2062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B4D"/>
                </a:solidFill>
                <a:latin typeface="Microsoft YaHei"/>
              </a:rPr>
              <a:t>总结：Zava 中秋档档期周 +38%，成果亮眼，建议复制成功经验。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附录：数据来源与定义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Ya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</a:rPr>
              <a:t>Zava 周一运营简报　基准日 2026-10-05　内部使用，请勿外传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B4D"/>
                </a:solidFill>
                <a:latin typeface="Microsoft YaHei"/>
              </a:rPr>
              <a:t>• 数据来源：RET6_周销售表（POS／BI 周汇总）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Microsoft YaHei"/>
              </a:rPr>
              <a:t>• 销售指数：当周全渠道销售额 ÷ 基期周均 × 100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Microsoft YaHei"/>
              </a:rPr>
              <a:t>• 基期：档期前四周（8/10–9/6）平均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Microsoft YaHei"/>
              </a:rPr>
              <a:t>• 范围：120 家门店＋官网，加盟 POS 未联网的已排除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Microsoft YaHei"/>
              </a:rPr>
              <a:t>• 本简报编制日 2026-10-05，在 W4 数据补传前制作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