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就绪</c:v>
                </c:pt>
              </c:strCache>
            </c:strRef>
          </c:tx>
          <c:spPr>
            <a:solidFill>
              <a:srgbClr val="008C95"/>
            </a:solidFill>
          </c:spPr>
          <c:cat>
            <c:strRef>
              <c:f>Sheet1!$A$2:$A$5</c:f>
              <c:strCache>
                <c:ptCount val="4"/>
                <c:pt idx="0">
                  <c:v>华北区</c:v>
                </c:pt>
                <c:pt idx="1">
                  <c:v>华中区</c:v>
                </c:pt>
                <c:pt idx="2">
                  <c:v>华南区</c:v>
                </c:pt>
                <c:pt idx="3">
                  <c:v>华东区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29</c:v>
                </c:pt>
                <c:pt idx="2">
                  <c:v>25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未就绪</c:v>
                </c:pt>
              </c:strCache>
            </c:strRef>
          </c:tx>
          <c:spPr>
            <a:solidFill>
              <a:srgbClr val="C83E3E"/>
            </a:solidFill>
          </c:spPr>
          <c:cat>
            <c:strRef>
              <c:f>Sheet1!$A$2:$A$5</c:f>
              <c:strCache>
                <c:ptCount val="4"/>
                <c:pt idx="0">
                  <c:v>华北区</c:v>
                </c:pt>
                <c:pt idx="1">
                  <c:v>华中区</c:v>
                </c:pt>
                <c:pt idx="2">
                  <c:v>华南区</c:v>
                </c:pt>
                <c:pt idx="3">
                  <c:v>华东区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Zava 周年庆　档期战情简报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08C95"/>
                </a:solidFill>
                <a:latin typeface="Microsoft YaHei"/>
              </a:rPr>
              <a:t>开卖日 2026/11/06（周五）　全区 120 家门店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区域运营部　林雅婷 区域运营经理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第 3 次战情会　数据截止 2026/10/12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今日议程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周年庆　档期战情简报　内部使用，请勿外传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3716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YaHei"/>
              </a:rPr>
              <a:t>档期总览与目标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3716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YaHei"/>
              </a:rPr>
              <a:t>5 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860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YaHei"/>
              </a:rPr>
              <a:t>门店准备度现状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860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YaHei"/>
              </a:rPr>
              <a:t>15 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2004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YaHei"/>
              </a:rPr>
              <a:t>风险与待办跟踪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2004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YaHei"/>
              </a:rPr>
              <a:t>15 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148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YaHei"/>
              </a:rPr>
              <a:t>决议事项确认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1148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YaHei"/>
              </a:rPr>
              <a:t>10 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292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YaHei"/>
              </a:rPr>
              <a:t>未来两周时间表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0292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YaHei"/>
              </a:rPr>
              <a:t>5 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档期总览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11/06 开卖，全区预估档期营收 500 百万元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周年庆　档期战情简报　内部使用，请勿外传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预估档期营收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Microsoft YaHei"/>
              </a:rPr>
              <a:t>500 百万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主打三大组合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737360"/>
            <a:ext cx="91440" cy="15544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营收前十大门店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42B4D"/>
                </a:solidFill>
                <a:latin typeface="Microsoft YaHei"/>
              </a:rPr>
              <a:t>10 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占预估营收 45.6%（228 百万）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737360"/>
            <a:ext cx="91440" cy="1554480"/>
          </a:xfrm>
          <a:prstGeom prst="rect">
            <a:avLst/>
          </a:prstGeom>
          <a:solidFill>
            <a:srgbClr val="E89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POS 价格设置截止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9F1B"/>
                </a:solidFill>
                <a:latin typeface="Microsoft YaHei"/>
              </a:rPr>
              <a:t>11/03 18:00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T-3，逾时无法进入周末批次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49039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本档期主打：保鲜盒组、收纳篮、保温瓶三大组合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上次战情会决议：营收前十大门店须在开卖前全部完成准备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准备度定义：POS 价格、陈列、人力、库存四项均完成者为“就绪”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今日决策：确认能否按原定日期开卖，并指派未就绪门店的修复负责人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门店准备度总览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数据截止 10/12　按家数计算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周年庆　档期战情简报　内部使用，请勿外传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整体准备度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Microsoft YaHei"/>
              </a:rPr>
              <a:t>91.7%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就绪 110 / 120 家　门槛 90%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389120" y="1554480"/>
          <a:ext cx="7315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34747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B4D"/>
                </a:solidFill>
                <a:latin typeface="Microsoft YaHei"/>
              </a:rPr>
              <a:t>结论：按家数 91.7%，</a:t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Microsoft YaHei"/>
              </a:rPr>
              <a:t>可按原定日期开卖。</a:t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Microsoft YaHei"/>
              </a:rPr>
              <a:t>未就绪 10 家，均有负责人与预计完成日。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未就绪门店明细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共 10 家；预估营收单位：百万元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周年庆　档期战情简报　内部使用，请勿外传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463040"/>
                <a:gridCol w="2286000"/>
                <a:gridCol w="2011680"/>
                <a:gridCol w="16459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门店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区域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预估营收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未完成项目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预计完成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S014 上海虹口店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华北区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22.0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POS 价格设置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王志明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S008 上海奉贤店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华北区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POS 价格设置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李佳蓉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S056 武汉青山店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华中区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POS 价格设置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周建宏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S071 中山石岐店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华南区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陈列到货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郭怡婷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S078 广州天河店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华南区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人力排班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许文杰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S083 重庆南岸店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华南区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陈列到货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郑雅文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S090 东莞南城店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华南区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POS 价格设置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洪铭杰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S097 成都金牛店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华南区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陈列到货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萧惠婷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S104 济宁任城店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华东区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人力排班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赖冠廷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S113 青岛崂山店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华东区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陈列到货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施佩珊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风险与待办跟踪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周年庆　档期战情简报　内部使用，请勿外传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212080"/>
                <a:gridCol w="2011680"/>
                <a:gridCol w="1828800"/>
                <a:gridCol w="16459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待办事项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到期日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三家前十大门店 POS 价格设置回报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区域运营部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进行中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南区陈列到货跟踪（3 家）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南区督导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进行中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东区人力支援调度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东区督导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未开始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价格设置截止前最终确认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价格治理组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11/03 18:00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未开始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开卖前一日全区上架检核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区域运营部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未开始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主要风险：价格设置逾期会导致门店按旧价销售；南区陈列到货依赖 11/02 配送批次。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决议事项（上次战情会）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周年庆　档期战情简报　内部使用，请勿外传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B4D"/>
                </a:solidFill>
                <a:latin typeface="Microsoft YaHei"/>
              </a:rPr>
              <a:t>1. 营收前十大门店须在开卖前全部完成准备（决议人：蔡明哲 区域总监）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Microsoft YaHei"/>
              </a:rPr>
              <a:t>2. 准备度每周一、四更新，由区域运营部统一汇总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Microsoft YaHei"/>
              </a:rPr>
              <a:t>3. 价格设置截止（2026-11-03 18:00）后不再接受例外，紧急调整须经总监批准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Microsoft YaHei"/>
              </a:rPr>
              <a:t>4. 未就绪门店需提交修复计划并明确负责人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未来两周时间表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周年庆　档期战情简报　内部使用，请勿外传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5544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38328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事件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10/30（五）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前十大门店价格设置回报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若逾期立即升级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11/03（二）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POS 价格设置截止 18:00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T-3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11/05（四）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全区上架检核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T-1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11/06（五）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周年庆开卖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