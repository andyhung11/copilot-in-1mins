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就緒</c:v>
                </c:pt>
              </c:strCache>
            </c:strRef>
          </c:tx>
          <c:spPr>
            <a:solidFill>
              <a:srgbClr val="008C95"/>
            </a:solidFill>
          </c:spPr>
          <c:cat>
            <c:strRef>
              <c:f>Sheet1!$A$2:$A$5</c:f>
              <c:strCache>
                <c:ptCount val="4"/>
                <c:pt idx="0">
                  <c:v>北區</c:v>
                </c:pt>
                <c:pt idx="1">
                  <c:v>中區</c:v>
                </c:pt>
                <c:pt idx="2">
                  <c:v>南區</c:v>
                </c:pt>
                <c:pt idx="3">
                  <c:v>東區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25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未就緒</c:v>
                </c:pt>
              </c:strCache>
            </c:strRef>
          </c:tx>
          <c:spPr>
            <a:solidFill>
              <a:srgbClr val="C83E3E"/>
            </a:solidFill>
          </c:spPr>
          <c:cat>
            <c:strRef>
              <c:f>Sheet1!$A$2:$A$5</c:f>
              <c:strCache>
                <c:ptCount val="4"/>
                <c:pt idx="0">
                  <c:v>北區</c:v>
                </c:pt>
                <c:pt idx="1">
                  <c:v>中區</c:v>
                </c:pt>
                <c:pt idx="2">
                  <c:v>南區</c:v>
                </c:pt>
                <c:pt idx="3">
                  <c:v>東區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Microsoft Jheng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</a:rPr>
              <a:t>Zava 週年慶　檔期戰情簡報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Microsoft JhengHei"/>
              </a:rPr>
              <a:t>開賣日 2026/11/06（週五）　全區 120 家門市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區域營運部　林雅婷 區域營運經理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第 3 次戰情會　資料截止 2026/10/12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今日議程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JhengHei"/>
              </a:rPr>
              <a:t>檔期總覽與目標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JhengHei"/>
              </a:rPr>
              <a:t>5 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JhengHei"/>
              </a:rPr>
              <a:t>門市準備度現況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860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JhengHei"/>
              </a:rPr>
              <a:t>15 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004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JhengHei"/>
              </a:rPr>
              <a:t>風險與待辦追蹤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004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JhengHei"/>
              </a:rPr>
              <a:t>15 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148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JhengHei"/>
              </a:rPr>
              <a:t>決議事項確認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1148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JhengHei"/>
              </a:rPr>
              <a:t>10 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292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Microsoft JhengHei"/>
              </a:rPr>
              <a:t>未來兩週時程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292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Microsoft JhengHei"/>
              </a:rPr>
              <a:t>5 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檔期總覽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11/06 開賣，全區預估檔期營收 500 百萬元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預估檔期營收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JhengHei"/>
              </a:rPr>
              <a:t>500 百萬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主打三大組合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73736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營收前十大門市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Microsoft JhengHei"/>
              </a:rPr>
              <a:t>10 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占預估營收 45.6%（228 百萬）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73736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POS 價格設定截止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Microsoft JhengHei"/>
              </a:rPr>
              <a:t>11/03 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T-3，逾時無法進入週末批次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本檔期主打：保鮮盒組、收納籃、保溫瓶三大組合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上次戰情會決議：營收前十大門市須於開賣前全數完成準備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準備度定義：POS 價格、陳列、人力、庫存四項皆完成者為「就緒」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Microsoft JhengHei"/>
              </a:rPr>
              <a:t>• 今日決策：確認可否按原定日期開賣，並指派未就緒門市的修復負責人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門市準備度總覽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資料截止 10/12　依家數計算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Microsoft JhengHei"/>
              </a:rPr>
              <a:t>整體準備度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Microsoft JhengHei"/>
              </a:rPr>
              <a:t>91.7%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JhengHei"/>
              </a:rPr>
              <a:t>就緒 110 / 120 家　門檻 90%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389120" y="1554480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34747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B4D"/>
                </a:solidFill>
                <a:latin typeface="Microsoft JhengHei"/>
              </a:rPr>
              <a:t>結論：依家數 91.7%，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JhengHei"/>
              </a:rPr>
              <a:t>可依原定日期開賣。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Microsoft JhengHei"/>
              </a:rPr>
              <a:t>未就緒 10 家，皆有負責人與預計完成日。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未就緒門市明細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共 10 家；預估營收單位：百萬元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463040"/>
                <a:gridCol w="2286000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門市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區域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預估營收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未完成項目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負責人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預計完成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S014 台北北投店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北區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POS 價格設定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王志明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S008 中和景安店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北區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POS 價格設定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李佳蓉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S056 台中豐原店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中區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POS 價格設定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周建宏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S071 台南佳里店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陳列到貨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郭怡婷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S078 高雄左營店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人力排班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許文傑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S083 嘉義嘉義店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陳列到貨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鄭雅文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S090 高雄大寮店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POS 價格設定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洪銘傑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S097 台南仁德店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陳列到貨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蕭惠婷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S104 基隆仁愛店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東區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人力排班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賴冠廷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S113 宜蘭羅東店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東區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陳列到貨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施佩珊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風險與待辦追蹤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212080"/>
                <a:gridCol w="2011680"/>
                <a:gridCol w="1828800"/>
                <a:gridCol w="16459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待辦事項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負責人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到期日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狀態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三家前十大店 POS 價格設定回報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區域營運部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進行中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南區陳列到貨追蹤（3 家）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南區督導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進行中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東區人力支援調度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東區督導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未開始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價格設定截止前最終確認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價格治理組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未開始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開賣前一日全區上架檢核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區域營運部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未開始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Microsoft JhengHei"/>
              </a:rPr>
              <a:t>主要風險：價格設定逾時會導致門市以舊價銷售；南區陳列到貨依賴 11/02 配送批次。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決議事項（上次戰情會）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B4D"/>
                </a:solidFill>
                <a:latin typeface="Microsoft JhengHei"/>
              </a:rPr>
              <a:t>1. 營收前十大門市須於開賣前全數完成準備（決議人：蔡明哲 區域總監）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JhengHei"/>
              </a:rPr>
              <a:t>2. 準備度每週一、四更新，由區域營運部統一彙整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JhengHei"/>
              </a:rPr>
              <a:t>3. 價格設定截止（2026-11-03 18:00）後不得再接受例外，緊急調整須經總監核准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Microsoft JhengHei"/>
              </a:rPr>
              <a:t>4. 未就緒門市需提出修復計畫與負責人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未來兩週時程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Microsoft JhengHe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JhengHei"/>
              </a:rPr>
              <a:t>Zava 週年慶　檔期戰情簡報　內部使用，請勿外流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JhengHe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38328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日期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事件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備註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10/30（五）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前十大店價格設定回報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若逾期立即升級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11/03（二）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POS 價格設定截止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T-3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11/05（四）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全區上架檢核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T-1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11/06（五）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週年慶開賣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Microsoft JhengHe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