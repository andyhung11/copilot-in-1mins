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 AI 的实战工作流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 个零售渠道运营的真实场景，看 Copilot 如何跨应用多步执行，并在中高风险操作前显示风险等级、等你批准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培训演示文稿 · 客户分享版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今天的内容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什么是代理式 AI，和一般 Copilot Chat 有什么不同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核心能力与运作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技能、工作区、操作前审批、自检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素材课前放进 OneDrive 和邮箱，让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周年庆战情会、缺货排查、收货差异索赔、取货尖峰排班、逾期订单升级、周一运营简报、渠道折扣例外，逐一拆解工作流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用到你的日常工作里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如何把这些场景延伸到自己的工作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从「对话」到「代理执行」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你交付一个目标，它会自己拆解步骤、读取云端文件、加载需要的技能，跨应用产出成果并自检——中高风险操作会显示风险等级并停下来请你批准。你从「快速单轮问答」升级为「交付一个可执行的任务」。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快速单轮问答；适合即时回答和头脑风暴。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你给目标，它跨应用多步骤自主执行，可以运行几分钟到几小时。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你仍然主导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对外或影响别人的操作，一律先暂停等你批准。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与一般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秒～分钟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单步骤、单个会话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粘贴片段内容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单一对话能力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聊天窗口里的文字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每次都要你打开并下指令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接地于 M365 数据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你自己判断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四个让 Cowork 不一样的能力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个内置技能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右侧面板同时显示进度、输入文件、输出文件、已加载技能、计划任务和已批准的权限，过程透明可追溯。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 RISK-LEVEL；可以批准、取消，或者设置仅限此收件人／仅限此域名／始终允许；多条待审可以一起批准。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计划提示（上限 25 个）和事件触发任务、工作量级别五档调节质量与成本、自定义技能创建后自动生成技能报告（0–100 分四个维度，另有含安全与 RAI 扫描的 5 道独立关卡）、本机 Edge 浏览器（2026/8 GA）、图像生成、Plugins／MCP 连外部系统。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一次代理式工作流，背后发生什么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接收目标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下达指令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拆成步骤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内置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自定义技能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执行产出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创建文档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电子表格／邮件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对外操作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等你批准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整个过程在「工作区」面板里透明呈现；可以软／硬暂停、恢复或取消任务。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启动方式不只是聊天下指令：也能设置「收到指定邮件／被 @提及时」自动触发（事件驱动任务），一样走相同的自检和审批流程。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素材课前先放进 OneDrive 的 文件/Cowork_Lab/零售渠道/，练习时 Cowork 自己去找 · 准备时间 约 25 分钟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先看懂这份教材的日期设定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素材里的日期是固定写死的模拟日期：数据截止日是 2026-10-12，周年庆开卖日是 2026-11-06…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OneDrive 文件夹，把七个场景的素材放进去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OneDrive 建立 文件/Cowork_Lab/零售渠道/，底下再开七个子文件夹：RET1_档期战情…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把联系人清单放在母层，并填上真的收得到信的账号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联系人清单.md 要放在 零售渠道 母文件夹，不要放进任何子文件夹。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建好“Zava 周年庆战情室”频道，贴第一条背景贴文（场景 1、4、5、6 会用到）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在团队“Copilot Cowork”（或你有权限的任一团队）底下建立频道 Zava 周年庆战情室…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📆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在日历建两个事件，不要加出席者（场景 1、6 会用到）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Outlook 或 OWA 建：① Zava 周年庆战情会 #3：2026-10-19…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建好 Planner 群组计划“Zava 周年庆准备”（场景 2、4 会建任务）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在上面那个团队下建立群组计划 Zava 周年庆准备，计划里先不放任何任务。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把三个“练习中才上传”的文件放进 OneDrive 的 _上传用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RET3_供应商发票明细.csv（场景 3）、RET5_OMS逾期订单导出.csv…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2 的警示邮件课前不要发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信箱_種入用/RET2_库存异常警示邮件.md 是场景 2 设好事件触发之后，才发给自己…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开课前最后检查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的“零售渠道”底下七个子文件夹都看得到，文件打得开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_上传用 里有三个练习中才用的文件（或你打算练到那步再手动拖进对话框）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联系人清单在“零售渠道”母层，不是在子文件夹里，而且邮箱栏已经填了收得到信的账号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区域运营</a:t>
            </a:r>
            <a:endParaRPr lang="en-US" sz="897" dirty="0"/>
          </a:p>
        </p:txBody>
      </p:sp>
      <p:sp>
        <p:nvSpPr>
          <p:cNvPr id="10" name="Text 7"/>
          <p:cNvSpPr/>
          <p:nvPr/>
        </p:nvSpPr>
        <p:spPr>
          <a:xfrm>
            <a:off x="731520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周年庆战情会：整体准备度够高，就能开售吗？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731520" y="4369841"/>
            <a:ext cx="117213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Meetings · Excel · PowerPoint · Teams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731520" y="4915738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5A2A1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库存与收货控制</a:t>
            </a:r>
            <a:endParaRPr lang="en-US" sz="978" dirty="0"/>
          </a:p>
        </p:txBody>
      </p:sp>
      <p:sp>
        <p:nvSpPr>
          <p:cNvPr id="18" name="Text 14"/>
          <p:cNvSpPr/>
          <p:nvPr/>
        </p:nvSpPr>
        <p:spPr>
          <a:xfrm>
            <a:off x="2324274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缺货不是没货：预警邮件一到，就自己查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2324274" y="4255262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 · Adaptive Cards · Excel · Planner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2324274" y="5179568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2D4A3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库存与收货控制</a:t>
            </a:r>
            <a:endParaRPr lang="en-US" sz="897" dirty="0"/>
          </a:p>
        </p:txBody>
      </p:sp>
      <p:sp>
        <p:nvSpPr>
          <p:cNvPr id="26" name="Text 21"/>
          <p:cNvSpPr/>
          <p:nvPr/>
        </p:nvSpPr>
        <p:spPr>
          <a:xfrm>
            <a:off x="3917028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收货差异与索赔：差得最多的批次不是该索赔的</a:t>
            </a:r>
            <a:endParaRPr lang="en-US" sz="1170" dirty="0"/>
          </a:p>
        </p:txBody>
      </p:sp>
      <p:sp>
        <p:nvSpPr>
          <p:cNvPr id="27" name="Text 22"/>
          <p:cNvSpPr/>
          <p:nvPr/>
        </p:nvSpPr>
        <p:spPr>
          <a:xfrm>
            <a:off x="3917028" y="4369841"/>
            <a:ext cx="117213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· Word · OneDrive Search · Outlook</a:t>
            </a:r>
            <a:endParaRPr lang="en-US" sz="936" dirty="0"/>
          </a:p>
        </p:txBody>
      </p:sp>
      <p:sp>
        <p:nvSpPr>
          <p:cNvPr id="28" name="Text 23"/>
          <p:cNvSpPr/>
          <p:nvPr/>
        </p:nvSpPr>
        <p:spPr>
          <a:xfrm>
            <a:off x="3917028" y="4915738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门店运营</a:t>
            </a:r>
            <a:endParaRPr lang="en-US" sz="978" dirty="0"/>
          </a:p>
        </p:txBody>
      </p:sp>
      <p:sp>
        <p:nvSpPr>
          <p:cNvPr id="34" name="Text 28"/>
          <p:cNvSpPr/>
          <p:nvPr/>
        </p:nvSpPr>
        <p:spPr>
          <a:xfrm>
            <a:off x="5509783" y="3541459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取货高峰的人力缺口：总工时够，不代表撑得住 17 点</a:t>
            </a:r>
            <a:endParaRPr lang="en-US" sz="1275" dirty="0"/>
          </a:p>
        </p:txBody>
      </p:sp>
      <p:sp>
        <p:nvSpPr>
          <p:cNvPr id="35" name="Text 29"/>
          <p:cNvSpPr/>
          <p:nvPr/>
        </p:nvSpPr>
        <p:spPr>
          <a:xfrm>
            <a:off x="5509783" y="4465765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· Planner · 日历 Calendar · Teams</a:t>
            </a:r>
            <a:endParaRPr lang="en-US" sz="1020" dirty="0"/>
          </a:p>
        </p:txBody>
      </p:sp>
      <p:sp>
        <p:nvSpPr>
          <p:cNvPr id="36" name="Text 30"/>
          <p:cNvSpPr/>
          <p:nvPr/>
        </p:nvSpPr>
        <p:spPr>
          <a:xfrm>
            <a:off x="5509783" y="5053267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5B2A6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3797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电商履约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7102537" y="3598418"/>
            <a:ext cx="1172130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逾期订单：不是每一单都是物流慢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7102537" y="4423664"/>
            <a:ext cx="117213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· Excel / CSV · Teams · Outlook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102537" y="5100320"/>
            <a:ext cx="1172130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分钟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1D4A7A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区域运营</a:t>
            </a:r>
            <a:endParaRPr lang="en-US" sz="978" dirty="0"/>
          </a:p>
        </p:txBody>
      </p:sp>
      <p:sp>
        <p:nvSpPr>
          <p:cNvPr id="50" name="Text 42"/>
          <p:cNvSpPr/>
          <p:nvPr/>
        </p:nvSpPr>
        <p:spPr>
          <a:xfrm>
            <a:off x="8695291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周一运营简报：好看的数字不是全貌</a:t>
            </a:r>
            <a:endParaRPr lang="en-US" sz="1275" dirty="0"/>
          </a:p>
        </p:txBody>
      </p:sp>
      <p:sp>
        <p:nvSpPr>
          <p:cNvPr id="51" name="Text 43"/>
          <p:cNvSpPr/>
          <p:nvPr/>
        </p:nvSpPr>
        <p:spPr>
          <a:xfrm>
            <a:off x="8695291" y="4255262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· 排程 Schedule · Teams · Word</a:t>
            </a:r>
            <a:endParaRPr lang="en-US" sz="1020" dirty="0"/>
          </a:p>
        </p:txBody>
      </p:sp>
      <p:sp>
        <p:nvSpPr>
          <p:cNvPr id="52" name="Text 44"/>
          <p:cNvSpPr/>
          <p:nvPr/>
        </p:nvSpPr>
        <p:spPr>
          <a:xfrm>
            <a:off x="8695291" y="4842764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7A3B12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定价治理</a:t>
            </a:r>
            <a:endParaRPr lang="en-US" sz="978" dirty="0"/>
          </a:p>
        </p:txBody>
      </p:sp>
      <p:sp>
        <p:nvSpPr>
          <p:cNvPr id="58" name="Text 49"/>
          <p:cNvSpPr/>
          <p:nvPr/>
        </p:nvSpPr>
        <p:spPr>
          <a:xfrm>
            <a:off x="10288045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折扣例外：折扣最深的，不一定是违规的</a:t>
            </a:r>
            <a:endParaRPr lang="en-US" sz="1275" dirty="0"/>
          </a:p>
        </p:txBody>
      </p:sp>
      <p:sp>
        <p:nvSpPr>
          <p:cNvPr id="59" name="Text 50"/>
          <p:cNvSpPr/>
          <p:nvPr/>
        </p:nvSpPr>
        <p:spPr>
          <a:xfrm>
            <a:off x="10288045" y="4255262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Skills · PDF · Excel · Word</a:t>
            </a:r>
            <a:endParaRPr lang="en-US" sz="1020" dirty="0"/>
          </a:p>
        </p:txBody>
      </p:sp>
      <p:sp>
        <p:nvSpPr>
          <p:cNvPr id="60" name="Text 51"/>
          <p:cNvSpPr/>
          <p:nvPr/>
        </p:nvSpPr>
        <p:spPr>
          <a:xfrm>
            <a:off x="10288045" y="4842764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区域运营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周年庆战情会：整体准备度够高，就能开售吗？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11556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Meetings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01368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1801368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0253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200253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周年庆开售前十天，120 家门店的 POS 价格设置追踪表上，绝大多数都已打勾。区域总监只想要一个答案：开售日要不要动。难点在于顾客看到的促销价是开售前就公布的承诺，后端的 POS 设置却是一家一家完成的——“几家完成”和“有多少生意已经准备好”是两个不同的问题，而这个场景只有后一个才算数。你要把会议、追踪表和简报接起来，在会前把结论讲对。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先把会议、追踪表和决议串起来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追问：到底够不够，差在哪几家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上一步的结论先别急着采用，请它按决议文档的准则重新检验，并算出最少要修哪几家。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直接改简报的第 4、5 页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出现“编辑文件?”卡时，点主按钮旁边的下拉箭头，选“批准一次”。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把结论整理成三点贴到频道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因为你要它“回复”总监的提问，通常会出现“回复频道对话?”卡，点“回复”；若是新贴文则是“发布到频道?”卡…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1_01_promp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1_04b_result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点出按家数看是 110/120（91.7%），超过 90% 门槛，并明说这是“看起来没问题”的来源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改用预估档期营收加权后准备度是 85.9%，低于 90% 门槛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指出未就绪的 10 家里有 3 家是营收前十大（S014, S008, S056），合计约占预估营收的 12.0%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A2A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库存与收货控制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缺货不是没货：预警邮件一到，就自己查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25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04872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2404872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周年庆主推的两个 SKU，POS 显示库存 0、客诉开始进来，但 DC 账上明明各有 240 和 180 件。直觉是“有货，两个都调拨”。难点在于货在收货隔离区，什么时候放行、放行后多久到店，才决定来不来得及——承诺（上架死线）早于履约（放行加运输）时，同样是有货，结果完全不同。这个场景最后把它设成下次预警邮件一进来就自己跑一遍，只在需要人处理时才建任务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3408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7980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7797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建立事件触发：预警邮件一到就自己查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1455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会反问几个问题（匹配条件、任务放哪里），按画面上的选项点选后按“下一个／提交”。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71551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715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697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真的发一封预警邮件给自己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06298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OWA 或 Outlook 发给自己，主题与正文如下。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6329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63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6146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打开那次运行：看它怎么判断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9804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在“自动化”的运行记录里点开刚刚那一条，追问它每个 SKU 的判断依据。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来不及的那个，找替代方案并建 Planner 任务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出现“要添加任务吗?”卡时，先检查标题和到期日，再按“批准”。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2_01_promp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2_04c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反问卡出现后，你选的主题匹配条件与任务位置在回复里被如实复述，“启用自动化”卡之后出现“已创建”之类的完成消息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发信后约一到四分钟，“自动化”页面的运行记录多出一条，不是你手动叫它跑的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汇报两个 SKU 在 POS 都是 0、DC 都有货（SKU-10482 为 240 件、SKU-10517 为 180 件），而且没有只因为有货就说两个都能调拨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D4A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库存与收货控制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收货差异与索赔：差得最多的批次不是该索赔的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25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81965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819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Search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05456" y="507492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7" name="Text 14"/>
          <p:cNvSpPr/>
          <p:nvPr/>
        </p:nvSpPr>
        <p:spPr>
          <a:xfrm>
            <a:off x="2505456" y="507492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收货记录比供应商发票多了 220 件，其中最大的一批单批就差 120 件，看起来就是它该被索赔。难点在于差异有很多种来源：有的是真的短收，有的是档期搭赠品不开发票。合同把“什么算短收、什么时候能索赔”写得很清楚，却不在台账里——你要靠对照四份来源，才知道哪一批真的有损失。最后还要把判定写回已有的台账，而不是另开一份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先把四份来源对成一张批次表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不用上传任何文件，发票明细已经在 OneDrive。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按合同判断：哪些该索赔、哪些不是短收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现在才问判断，并要它说出每一个批次的依据，特别是差异最大的那一批。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就地把判定写回已有的台账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出现“编辑文件?”卡时，点主按钮旁边的下拉箭头，选“批准一次”。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列出要索赔的批次，草拟给供应商的说明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这一步只要它拟稿，先不要发。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3_01_promp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3_04b_not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批次表把 ASN、实收、发票、赠品并排，总差异（实收减发票）合计 220 件，与你自己加总的一致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点出 B-07 的 ASN 与实收都是 1,200 件、发票 1,080 件，差的 120 件是档期搭赠品免计价，不是短收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说明赠品免计价的依据来自合同附件，而不是台账；同样道理 B-03 的 100 件也不是短收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门店运营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取货高峰的人力缺口：总工时够，不代表撑得住 17 点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581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 Calendar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67712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2267712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开卖前三天，上海浦东店取货日当天的排班表上，总排班工时 96 小时、需求 88 小时，看起来绰绰有余。难的地方是：顾客在承诺的取货时段来店，而 17:00–19:00 那两小时有 42 笔冷藏取货，只有具授权资格的人才能出货。总工时是平均数，资格与时段才是限制。这个场景最后会把解法变成有人负责、有期限的 Planner 任务、日历事件与 Teams 通知。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先让它找出哪个时段撑不住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不用上传任何文件，四份素材都在 OneDrive 的 零售渠道/RET4_取货排班。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把解法变成 Planner 任务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在同一个对话接着问。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把取货日的调整排进日历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“要创建日历活动吗?”卡上可以直接改时间、标题。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在战情室频道通知相关的人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“发布到频道?”卡确认内容后点“发送”，不要点旁边的“始终允许”。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4_01_promp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4_04b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指出总工时（96 小时 vs 需求 88 小时）是够的，问题在 17:00–19:00 的冷藏取货，不是总量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说得出该时段在店且具冷藏资格的人数是 0，并逐一交代三位具资格者各自为什么不在（休假、支援别店、班次 17:00 结束）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建议做法是让班次 17:00 结束的具资格者延班到 19:00（延 2 小时），不是找人替班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B2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电商履约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逾期订单：不是每一单都是物流慢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25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99032" y="45720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457200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CSV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99616" y="507492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7" name="Text 14"/>
          <p:cNvSpPr/>
          <p:nvPr/>
        </p:nvSpPr>
        <p:spPr>
          <a:xfrm>
            <a:off x="1499616" y="507492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订单导出一打开：100 笔已经超过承诺到货日。最顺手的做法是一封“物流延误，很抱歉”发给全部顾客。难的地方是承诺是对顾客做的，延误却发生在不同的地方——有的单根本还躺在门店，没有人拣货；有的在物流商手上；有的卡在地址。说错原因，顾客再追问一次，你还是要回头查。这个场景要你分群、对不同的对象用不同的方式处理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先让它按原因把订单分群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生成一份内部升级单（Word）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它会建一份新文档，通常不需要审批；如果弹出卡片，单次批准即可。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对该催的门店贴催办到 Teams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“发布到频道?”卡确认内容后点“发送”。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为该通知顾客的那一群存一份草稿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它会在你的 Outlook 草稿箱建一封邮件，不会发出。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5_01_promp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5_04b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分群表的三类合计 100 笔，每一单只归一类，而且说明了是看拣货开始时间、物流最新扫描、地址校验标记三个字段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最大的一群是“发货门店尚未拣货”，71 单（71%），不是物流延误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物流延误 18 单、地址异常 11 单，并对应到政策里不同的处理对象（物流商与顾客、客服）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D4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区域运营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周一运营简报：好看的数字不是全貌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581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排程 Schedule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99616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1499616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Zava 中秋档的简报写着“档期周销售 +38%”，每个人都点头。难的地方是促销把未来的需求提前拿走了：档期前后的周别往往被拉低，只看档期周，成绩会比实际好很多；而且折扣让毛利率下降，销售多了，赚到的钱未必多。这个场景先手动跑一次判断，再把它变成每周一自动跑的排程，贴到 Teams 并更新周会议程。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D4A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先手动跑一次：上一档期值不值得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不用上传，三份素材都在 OneDrive 的 零售渠道/RET6_周一简报。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547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D4A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529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建立每周一的排程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95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可能先反问（要贴到哪里、要不要改议程）：点选项，最后点“提交”。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4A7A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1D4A7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把关重点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这个场景会创建排程、贴 Teams、就地编辑周会议程。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6_01_promp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6_02e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回复没有停在档期周 +38%，而是看了包含档期前后在内的整段期间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指出档期前两周与后一周低于基期（-5%、-6%、-3%），四周合计净增幅约 +6.0%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指出档期周毛利率下降，整段期间毛利率约 25.7%（比基期低约 2.3 个百分点）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A3B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定价治理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折扣例外：折扣最深的，不一定是违规的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25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92938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929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15184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615184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99616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1499616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同一个促销、同一个商品，三个渠道各自申请折扣例外。直觉是：折扣最深的那个最可能破底线。但毛利底线是按实际售价算的，而且供应商补贴只适用某一个渠道、有条件、有期间——这些藏在一份 PDF 里，不在政策正文。每个月你都要重新判一次。这个场景把判断逻辑做成自己的技能，下次直接叫它判。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B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先判三笔既有的例外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政策、门槛表与登记表在 OneDrive 的 零售渠道/RET7_渠道折扣例外…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5341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B1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5341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5158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把这套判断做成技能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816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会先写好技能，再弹“复制文件”审批卡，点“批准”。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5445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B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另开新任务，用技能判新的两笔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92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先开一个新任务（不要在刚才的对话里）。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A3B12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7A3B12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把关重点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这个场景会创建自定义技能、并就地改你的例外登记表。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7_01_promp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7_03d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EX-01（官网）判为符合：补贴后毛利率 20.0%，高于底线 2.0 个百分点，并说明靠的是供应商补贴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EX-02（门店）判为符合，毛利率 20.0%；EX-03（加盟）判为违规，毛利率 15.8%，低于底线 2.2 个百分点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它明确指出补贴协议只适用官网，加盟与门店不能套用；违规的不是折扣最深的那一个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把场景延伸到你的日常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区域运营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问它：如果价格设置截止延后一天，前十大之外的门店还需要处理吗？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5A2A1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2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库存与收货控制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把隔离区清单里某个 SKU 的预计放行日往后延两天，再发一封预警邮件，看判断会不会翻转。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2D4A3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库存与收货控制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问它：如果合同把门槛改成短收 10 件，哪些批次会被纳入？台账要怎么改？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门店运营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问它：如果延班的那位也临时请假，还有没有别的解法？它会不会重新检查授权清单与培训天数？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5B2A6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电商履约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请它再做一份只给主管看的三句话摘要，比较“全部发物流延误”与“分群处理”各会发生什么事。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1D4A7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区域运营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请它把分区与品类明细也拉进来，看毛利下降主要来自哪个区、哪个品类。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7A3B12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零售渠道 · 定价治理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对技能提出修改：补贴协议过期时，结果表要多一列“补贴是否在有效期间”，看它怎么更新技能。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自动化，但你始终是决策者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中高风险操作会显示 RISK-LEVEL；发邮件、发 Teams、创建会议等操作会先摊开成可编辑的预览，批准后才发出。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「不再询问」可以限定此收件人、此域名，或者始终允许；任务可以软／硬暂停、恢复或取消。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自动化任务也有把关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计划提示和事件驱动任务有执行频率限制和防循环保护；一律以创建者的权限执行，而且与其他 Cowork 活动一起记录在统一审核日志里，适用 Microsoft Purview 策略。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不能访问本地文件、删除 OneDrive/SharePoint 文件或读取加密文件；附件 &lt;200MB；自定义技能和第三方 plugin 未经 Microsoft 验证，需要自行审阅。官方明确列出不适用于「免人工审查即需保证正确」的用途。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现在就开始练习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练习手册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挑一个最贴近你工作的场景开始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自定义技能放 OneDrive /Documents/Cowork/skills/ 下的 SKILL.md（最多 50 个、每个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模型选择器：Auto（默认）、GPT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工作量级别：Light／Medium（默认）／High／Extra High／Max —— 越高越彻底，但更慢且消耗更多点数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想要自动触发？到「自动化」页设置计划提示（上限 25 个）或事件触发任务（收到邮件／被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从提问到交办，标准你决定，执行交给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 · 培训演示文稿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培训</dc:title>
  <dc:subject>PptxGenJS Presentation</dc:subject>
  <dc:creator>Andy Hung</dc:creator>
  <cp:lastModifiedBy>Andy Hung</cp:lastModifiedBy>
  <cp:revision>1</cp:revision>
  <dcterms:created xsi:type="dcterms:W3CDTF">2026-10-16T13:42:51Z</dcterms:created>
  <dcterms:modified xsi:type="dcterms:W3CDTF">2026-10-16T13:42:51Z</dcterms:modified>
</cp:coreProperties>
</file>