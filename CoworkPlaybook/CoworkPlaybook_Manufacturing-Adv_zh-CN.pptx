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laybook" TargetMode="External"/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4" Type="http://schemas.openxmlformats.org/officeDocument/2006/relationships/image" Target="../media/image-23-3.png"/><Relationship Id="rId5" Type="http://schemas.openxmlformats.org/officeDocument/2006/relationships/image" Target="../media/image-23-4.png"/><Relationship Id="rId6" Type="http://schemas.openxmlformats.org/officeDocument/2006/relationships/image" Target="../media/image-23-5.png"/><Relationship Id="rId7" Type="http://schemas.openxmlformats.org/officeDocument/2006/relationships/image" Target="../media/image-23-6.png"/><Relationship Id="rId8" Type="http://schemas.openxmlformats.org/officeDocument/2006/relationships/image" Target="../media/image-23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 AI 的实战工作流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6 个先进封装的真实场景，看 Copilot 如何跨应用多步执行，并在中高风险操作前显示风险等级、等你批准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培训演示文稿 · 客户分享版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今天的内容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什么是代理式 AI，和一般 Copilot Chat 有什么不同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核心能力与运作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技能、工作区、操作前审批、自检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练习环境准备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素材课前放进 OneDrive 和邮箱，让 Cowork 自己去找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六大实战场景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早班交接、良率追因、客户 QBR、停产评估、审核缺失、样品放行，逐一拆解工作流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用到你的日常工作里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如何把这些场景延伸到自己的工作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从「对话」到「代理执行」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你交付一个目标，它会自己拆解步骤、读取云端文件、加载需要的技能，跨应用产出成果并自检——中高风险操作会显示风险等级并停下来请你批准。你从「快速单轮问答」升级为「交付一个可执行的任务」。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快速单轮问答；适合即时回答和头脑风暴。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你给目标，它跨应用多步骤自主执行，可以运行几分钟到几小时。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你仍然主导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对外或影响别人的操作，一律先暂停等你批准。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与一般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交付目标，跨应用自主多步执行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快速单轮问答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交付目标，跨应用自主多步执行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分钟～数小时（自主执行）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秒～分钟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分钟～数小时（自主执行）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跨任务与来源的多步骤工作流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单步骤、单个会话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跨任务与来源的多步骤工作流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读取云端附件、产出新文件；不访问本地文件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粘贴片段内容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读取云端附件、产出新文件；不访问本地文件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自动加载 14 个内置技能和自定义技能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单一对话能力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自动加载 14 个内置技能和自定义技能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OneDrive 里真实的文档、电子表格、演示文稿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聊天窗口里的文字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OneDrive 里真实的文档、电子表格、演示文稿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计划提示／事件触发：收到邮件或被 @提及时自动执行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每次都要你打开并下指令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计划提示／事件触发：收到邮件或被 @提及时自动执行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可以通过 Plugins／MCP 连外部系统，官方目录已有 92 个合作伙伴 plugin（D365、SAP、Fabric 等）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接地于 M365 数据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可以通过 Plugins／MCP 连外部系统，官方目录已有 92 个合作伙伴 plugin（D365、SAP、Fabric 等）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中高风险操作显示风险等级，批准后才执行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你自己判断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中高风险操作显示风险等级，批准后才执行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四个让 Cowork 不一样的能力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29514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个内置技能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Word、Excel、PowerPoint、PDF、Email、Scheduling、Calendar Management、Meetings、Daily Briefing、Enterprise Search、Deep Research、Communications、Adaptive Cards、App（Frontier）。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29514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右侧面板同时显示进度、输入文件、输出文件、已加载技能、计划任务和已批准的权限，过程透明可追溯。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80974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 RISK-LEVEL；可以批准、取消，或者设置仅限此收件人／仅限此域名／始终允许；多条待审可以一起批准。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80974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计划提示（上限 25 个）和事件触发任务、工作量级别五档调节质量与成本、自定义技能创建后自动生成技能报告（0–100 分四个维度，另有含安全与 RAI 扫描的 5 道独立关卡）、本机 Edge 浏览器（2026/8 GA）、图像生成、Plugins／MCP 连外部系统。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一次代理式工作流，背后发生什么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接收目标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下达指令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理解任务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拆成步骤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内置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自定义技能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执行产出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创建文档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电子表格／邮件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核对数字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对外操作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等你批准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整个过程在「工作区」面板里透明呈现；可以软／硬暂停、恢复或取消任务。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启动方式不只是聊天下指令：也能设置「收到指定邮件／被 @提及时」自动触发（事件驱动任务），一样走相同的自检和审批流程。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练习环境准备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素材课前先放进 OneDrive 的 文件/Cowork_Lab/先进封装/，练习时 Cowork 自己去找 · 准备时间 约 15 分钟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 OneDrive 文件夹，把六个场景的素材放进去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OneDrive 建立 文件/Cowork_Lab/先进封装/，底下再开六个子文件夹：MFGX1_当班交接…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把联系人清单放在母层，并填上真的收得到信的账号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联系人清单.md 要放在 先进封装 母文件夹，不要放进任何子文件夹。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916936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916936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97180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96265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寄一封供应商停产通知给自己（场景 4 的起点）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236976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用你自己的账号寄给自己，主题请照抄：[PCN-2609-KY07] BW-25AU discontinuatio…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916936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916936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97180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96265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建立“质量战情”频道（场景 2 的贴文目的地）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236976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在你有权限的任一团队底下建立名为 质量战情 的频道，并确认自己是成员。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959352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959352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01421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💾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400507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上傳用/ 的三个文件下载到电脑，不要放进 OneDrive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279392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MFGX2_FB820_批次良率明细.csv（场景 2）、MFGX5_Fabrikam客户审核缺失报告.pdf…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959352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959352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3320" y="401421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🧩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2232" y="400507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确认技能路径可写入，并用台式机或浏览器做场景 6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2232" y="4279392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6 会请 Cowork 建立自定义技能，写到 OneDrive/文件/Cowork/skills/&lt;技能名…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开课前最后检查</a:t>
            </a:r>
            <a:endParaRPr lang="en-US" sz="12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OneDrive 的 先进封装 底下有六个子文件夹，文件都放对位置</a:t>
            </a:r>
            <a:endParaRPr lang="en-US" sz="1050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联系人清单在母文件夹，邮箱栏填的是真的收得到信的账号</a:t>
            </a:r>
            <a:endParaRPr lang="en-US" sz="105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PCN 通知信在收件箱，主题与素材完全一致</a:t>
            </a:r>
            <a:endParaRPr lang="en-US" sz="1050" dirty="0"/>
          </a:p>
        </p:txBody>
      </p:sp>
      <p:sp>
        <p:nvSpPr>
          <p:cNvPr id="45" name="Text 4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六大实战场景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620469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620469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Shape 5"/>
          <p:cNvSpPr/>
          <p:nvPr/>
        </p:nvSpPr>
        <p:spPr>
          <a:xfrm>
            <a:off x="993115" y="2194560"/>
            <a:ext cx="914400" cy="91440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283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163824"/>
            <a:ext cx="1437589" cy="1480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897" dirty="0"/>
          </a:p>
        </p:txBody>
      </p:sp>
      <p:sp>
        <p:nvSpPr>
          <p:cNvPr id="10" name="Text 7"/>
          <p:cNvSpPr/>
          <p:nvPr/>
        </p:nvSpPr>
        <p:spPr>
          <a:xfrm>
            <a:off x="731520" y="3366783"/>
            <a:ext cx="1437589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早班交接：今天哪一批真的能动</a:t>
            </a:r>
            <a:endParaRPr lang="en-US" sz="1170" dirty="0"/>
          </a:p>
        </p:txBody>
      </p:sp>
      <p:sp>
        <p:nvSpPr>
          <p:cNvPr id="11" name="Text 8"/>
          <p:cNvSpPr/>
          <p:nvPr/>
        </p:nvSpPr>
        <p:spPr>
          <a:xfrm>
            <a:off x="731520" y="3835413"/>
            <a:ext cx="1437589" cy="1081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每日晨报 Daily Briefing · 企业搜索 Enterprise Search · Excel · 日历管理 Calendar Management · 计划提示 Scheduled prompt</a:t>
            </a:r>
            <a:endParaRPr lang="en-US" sz="936" dirty="0"/>
          </a:p>
        </p:txBody>
      </p:sp>
      <p:sp>
        <p:nvSpPr>
          <p:cNvPr id="12" name="Text 9"/>
          <p:cNvSpPr/>
          <p:nvPr/>
        </p:nvSpPr>
        <p:spPr>
          <a:xfrm>
            <a:off x="731520" y="4999444"/>
            <a:ext cx="1437589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15 分钟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★★☆</a:t>
            </a:r>
            <a:endParaRPr lang="en-US" sz="858" dirty="0"/>
          </a:p>
        </p:txBody>
      </p:sp>
      <p:sp>
        <p:nvSpPr>
          <p:cNvPr id="13" name="Shape 10"/>
          <p:cNvSpPr/>
          <p:nvPr/>
        </p:nvSpPr>
        <p:spPr>
          <a:xfrm>
            <a:off x="2498293" y="1828800"/>
            <a:ext cx="1620469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98293" y="1828800"/>
            <a:ext cx="1620469" cy="109728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5" name="Shape 12"/>
          <p:cNvSpPr/>
          <p:nvPr/>
        </p:nvSpPr>
        <p:spPr>
          <a:xfrm>
            <a:off x="2851328" y="2194560"/>
            <a:ext cx="914400" cy="914400"/>
          </a:xfrm>
          <a:prstGeom prst="ellipse">
            <a:avLst/>
          </a:prstGeom>
          <a:solidFill>
            <a:srgbClr val="0F513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496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89733" y="3163824"/>
            <a:ext cx="1437589" cy="1480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897" dirty="0"/>
          </a:p>
        </p:txBody>
      </p:sp>
      <p:sp>
        <p:nvSpPr>
          <p:cNvPr id="18" name="Text 14"/>
          <p:cNvSpPr/>
          <p:nvPr/>
        </p:nvSpPr>
        <p:spPr>
          <a:xfrm>
            <a:off x="2589733" y="3366783"/>
            <a:ext cx="1437589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良率掉点：共同项不是你以为的那个</a:t>
            </a:r>
            <a:endParaRPr lang="en-US" sz="1170" dirty="0"/>
          </a:p>
        </p:txBody>
      </p:sp>
      <p:sp>
        <p:nvSpPr>
          <p:cNvPr id="19" name="Text 15"/>
          <p:cNvSpPr/>
          <p:nvPr/>
        </p:nvSpPr>
        <p:spPr>
          <a:xfrm>
            <a:off x="2589733" y="3835413"/>
            <a:ext cx="1437589" cy="9272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 File upload · Excel · 企业搜索 Enterprise Search · Adaptive Cards · 沟通撰写 Communications</a:t>
            </a:r>
            <a:endParaRPr lang="en-US" sz="936" dirty="0"/>
          </a:p>
        </p:txBody>
      </p:sp>
      <p:sp>
        <p:nvSpPr>
          <p:cNvPr id="20" name="Text 16"/>
          <p:cNvSpPr/>
          <p:nvPr/>
        </p:nvSpPr>
        <p:spPr>
          <a:xfrm>
            <a:off x="2589733" y="4844910"/>
            <a:ext cx="1437589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18 分钟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858" dirty="0"/>
          </a:p>
        </p:txBody>
      </p:sp>
      <p:sp>
        <p:nvSpPr>
          <p:cNvPr id="21" name="Shape 17"/>
          <p:cNvSpPr/>
          <p:nvPr/>
        </p:nvSpPr>
        <p:spPr>
          <a:xfrm>
            <a:off x="4356506" y="1828800"/>
            <a:ext cx="1620469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356506" y="1828800"/>
            <a:ext cx="1620469" cy="109728"/>
          </a:xfrm>
          <a:prstGeom prst="rect">
            <a:avLst/>
          </a:prstGeom>
          <a:solidFill>
            <a:srgbClr val="6B2D5C"/>
          </a:solidFill>
          <a:ln/>
        </p:spPr>
      </p:sp>
      <p:sp>
        <p:nvSpPr>
          <p:cNvPr id="23" name="Shape 19"/>
          <p:cNvSpPr/>
          <p:nvPr/>
        </p:nvSpPr>
        <p:spPr>
          <a:xfrm>
            <a:off x="4709541" y="2194560"/>
            <a:ext cx="914400" cy="914400"/>
          </a:xfrm>
          <a:prstGeom prst="ellipse">
            <a:avLst/>
          </a:prstGeom>
          <a:solidFill>
            <a:srgbClr val="6B2D5C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709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447946" y="3163824"/>
            <a:ext cx="1437589" cy="1480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6B2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897" dirty="0"/>
          </a:p>
        </p:txBody>
      </p:sp>
      <p:sp>
        <p:nvSpPr>
          <p:cNvPr id="26" name="Text 21"/>
          <p:cNvSpPr/>
          <p:nvPr/>
        </p:nvSpPr>
        <p:spPr>
          <a:xfrm>
            <a:off x="4447946" y="3366783"/>
            <a:ext cx="1437589" cy="579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客户季度质量回顾：结案率背后的东西</a:t>
            </a:r>
            <a:endParaRPr lang="en-US" sz="1170" dirty="0"/>
          </a:p>
        </p:txBody>
      </p:sp>
      <p:sp>
        <p:nvSpPr>
          <p:cNvPr id="27" name="Text 22"/>
          <p:cNvSpPr/>
          <p:nvPr/>
        </p:nvSpPr>
        <p:spPr>
          <a:xfrm>
            <a:off x="4447946" y="4028580"/>
            <a:ext cx="1437589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 · Excel · 企业搜索 Enterprise Search · 沟通撰写 Communications · Email</a:t>
            </a:r>
            <a:endParaRPr lang="en-US" sz="936" dirty="0"/>
          </a:p>
        </p:txBody>
      </p:sp>
      <p:sp>
        <p:nvSpPr>
          <p:cNvPr id="28" name="Text 23"/>
          <p:cNvSpPr/>
          <p:nvPr/>
        </p:nvSpPr>
        <p:spPr>
          <a:xfrm>
            <a:off x="4447946" y="4883544"/>
            <a:ext cx="1437589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分钟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858" dirty="0"/>
          </a:p>
        </p:txBody>
      </p:sp>
      <p:sp>
        <p:nvSpPr>
          <p:cNvPr id="29" name="Shape 24"/>
          <p:cNvSpPr/>
          <p:nvPr/>
        </p:nvSpPr>
        <p:spPr>
          <a:xfrm>
            <a:off x="6214720" y="1828800"/>
            <a:ext cx="1620469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214720" y="1828800"/>
            <a:ext cx="1620469" cy="109728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31" name="Shape 26"/>
          <p:cNvSpPr/>
          <p:nvPr/>
        </p:nvSpPr>
        <p:spPr>
          <a:xfrm>
            <a:off x="6567754" y="2194560"/>
            <a:ext cx="914400" cy="914400"/>
          </a:xfrm>
          <a:prstGeom prst="ellipse">
            <a:avLst/>
          </a:prstGeom>
          <a:solidFill>
            <a:srgbClr val="8A4B08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22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306160" y="3163824"/>
            <a:ext cx="1437589" cy="349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8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1058" dirty="0"/>
          </a:p>
        </p:txBody>
      </p:sp>
      <p:sp>
        <p:nvSpPr>
          <p:cNvPr id="34" name="Text 28"/>
          <p:cNvSpPr/>
          <p:nvPr/>
        </p:nvSpPr>
        <p:spPr>
          <a:xfrm>
            <a:off x="6306160" y="3568040"/>
            <a:ext cx="1437589" cy="455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停产通知一进来就自动评估</a:t>
            </a:r>
            <a:endParaRPr lang="en-US" sz="1380" dirty="0"/>
          </a:p>
        </p:txBody>
      </p:sp>
      <p:sp>
        <p:nvSpPr>
          <p:cNvPr id="35" name="Text 29"/>
          <p:cNvSpPr/>
          <p:nvPr/>
        </p:nvSpPr>
        <p:spPr>
          <a:xfrm>
            <a:off x="6306160" y="4106012"/>
            <a:ext cx="1437589" cy="911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4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事件触发 Event trigger · Email · Excel · 企业搜索 Enterprise Search</a:t>
            </a:r>
            <a:endParaRPr lang="en-US" sz="1104" dirty="0"/>
          </a:p>
        </p:txBody>
      </p:sp>
      <p:sp>
        <p:nvSpPr>
          <p:cNvPr id="36" name="Text 30"/>
          <p:cNvSpPr/>
          <p:nvPr/>
        </p:nvSpPr>
        <p:spPr>
          <a:xfrm>
            <a:off x="6306160" y="5099660"/>
            <a:ext cx="1437589" cy="3341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1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分钟</a:t>
            </a:r>
            <a:endParaRPr lang="en-US" sz="1012" dirty="0"/>
          </a:p>
          <a:p>
            <a:pPr algn="ctr" indent="0" marL="0">
              <a:buNone/>
            </a:pPr>
            <a:r>
              <a:rPr lang="en-US" sz="101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1012" dirty="0"/>
          </a:p>
        </p:txBody>
      </p:sp>
      <p:sp>
        <p:nvSpPr>
          <p:cNvPr id="37" name="Shape 31"/>
          <p:cNvSpPr/>
          <p:nvPr/>
        </p:nvSpPr>
        <p:spPr>
          <a:xfrm>
            <a:off x="8072933" y="1828800"/>
            <a:ext cx="1620469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8072933" y="1828800"/>
            <a:ext cx="1620469" cy="109728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9" name="Shape 33"/>
          <p:cNvSpPr/>
          <p:nvPr/>
        </p:nvSpPr>
        <p:spPr>
          <a:xfrm>
            <a:off x="8425967" y="2194560"/>
            <a:ext cx="914400" cy="91440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135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164373" y="3163824"/>
            <a:ext cx="1437589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978" dirty="0"/>
          </a:p>
        </p:txBody>
      </p:sp>
      <p:sp>
        <p:nvSpPr>
          <p:cNvPr id="42" name="Text 35"/>
          <p:cNvSpPr/>
          <p:nvPr/>
        </p:nvSpPr>
        <p:spPr>
          <a:xfrm>
            <a:off x="8164373" y="3541459"/>
            <a:ext cx="1437589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客户审核缺失：八条看起来是八件事</a:t>
            </a:r>
            <a:endParaRPr lang="en-US" sz="1275" dirty="0"/>
          </a:p>
        </p:txBody>
      </p:sp>
      <p:sp>
        <p:nvSpPr>
          <p:cNvPr id="43" name="Text 36"/>
          <p:cNvSpPr/>
          <p:nvPr/>
        </p:nvSpPr>
        <p:spPr>
          <a:xfrm>
            <a:off x="8164373" y="4255262"/>
            <a:ext cx="1437589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 File upload · PDF · 企业搜索 Enterprise Search · Word · 会议排程 Scheduling</a:t>
            </a:r>
            <a:endParaRPr lang="en-US" sz="1020" dirty="0"/>
          </a:p>
        </p:txBody>
      </p:sp>
      <p:sp>
        <p:nvSpPr>
          <p:cNvPr id="44" name="Text 37"/>
          <p:cNvSpPr/>
          <p:nvPr/>
        </p:nvSpPr>
        <p:spPr>
          <a:xfrm>
            <a:off x="8164373" y="5179568"/>
            <a:ext cx="1437589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分钟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45" name="Shape 38"/>
          <p:cNvSpPr/>
          <p:nvPr/>
        </p:nvSpPr>
        <p:spPr>
          <a:xfrm>
            <a:off x="9931146" y="1828800"/>
            <a:ext cx="1620469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9931146" y="1828800"/>
            <a:ext cx="1620469" cy="109728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47" name="Shape 40"/>
          <p:cNvSpPr/>
          <p:nvPr/>
        </p:nvSpPr>
        <p:spPr>
          <a:xfrm>
            <a:off x="10284181" y="2194560"/>
            <a:ext cx="914400" cy="914400"/>
          </a:xfrm>
          <a:prstGeom prst="ellipse">
            <a:avLst/>
          </a:prstGeom>
          <a:solidFill>
            <a:srgbClr val="7C2D12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5349" y="2395728"/>
            <a:ext cx="512064" cy="51206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10022586" y="3163824"/>
            <a:ext cx="1437589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978" dirty="0"/>
          </a:p>
        </p:txBody>
      </p:sp>
      <p:sp>
        <p:nvSpPr>
          <p:cNvPr id="50" name="Text 42"/>
          <p:cNvSpPr/>
          <p:nvPr/>
        </p:nvSpPr>
        <p:spPr>
          <a:xfrm>
            <a:off x="10022586" y="3541459"/>
            <a:ext cx="1437589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样品放行判定：把判准变成长期资产</a:t>
            </a:r>
            <a:endParaRPr lang="en-US" sz="1275" dirty="0"/>
          </a:p>
        </p:txBody>
      </p:sp>
      <p:sp>
        <p:nvSpPr>
          <p:cNvPr id="51" name="Text 43"/>
          <p:cNvSpPr/>
          <p:nvPr/>
        </p:nvSpPr>
        <p:spPr>
          <a:xfrm>
            <a:off x="10022586" y="4255262"/>
            <a:ext cx="1437589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 File upload · Excel · 企业搜索 Enterprise Search · 自定义技能 Skill</a:t>
            </a:r>
            <a:endParaRPr lang="en-US" sz="1020" dirty="0"/>
          </a:p>
        </p:txBody>
      </p:sp>
      <p:sp>
        <p:nvSpPr>
          <p:cNvPr id="52" name="Text 44"/>
          <p:cNvSpPr/>
          <p:nvPr/>
        </p:nvSpPr>
        <p:spPr>
          <a:xfrm>
            <a:off x="10022586" y="5179568"/>
            <a:ext cx="1437589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22 分钟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53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早班交接：今天哪一批真的能动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15 分钟 · 难度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26280"/>
            <a:ext cx="255117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26280"/>
            <a:ext cx="2551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每日晨报 Daily Briefing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10328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10328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企业搜索 Enterprise Search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294376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294376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678424"/>
            <a:ext cx="305409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678424"/>
            <a:ext cx="3054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日历管理 Calendar Management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062472"/>
            <a:ext cx="2752344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6062472"/>
            <a:ext cx="2752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 Scheduled prompt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七点五十进办公室，夜班留了一页交接记录，Hold 清单上有八笔记录。交接记录写着“W-2614 已解除 hold，白班可续投”—— 这句话只对了一半，而且那批货在塑封后已经等太久了。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先跑一次早班交接简报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不用上传任何文件。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追问：交接说可以续投的那批，到底能不能动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接着上一题问，不要开新的任务。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再对一次 Queue Time：就算解开了，还来得及吗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同一个任务里继续问。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把这份简报设成每天早上自动跑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发送后会弹出排程确认卡，看清楚再按。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01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mfgx1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mfgx1_04b_sched_done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Hold 是以批次为单位汇总的，不是把八笔记录照抄一遍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它发现 W-2614 身上有两笔 hold，而交接记录只讲了其中一笔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它明确讲出“工程 hold 已解除、质量 hold 仍在”，而不是含糊地说“状态不一致”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F51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良率掉点：共同项不是你以为的那个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18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26280"/>
            <a:ext cx="2249424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26280"/>
            <a:ext cx="2249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 File upload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10328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10328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294376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294376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企业搜索 Enterprise Search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678424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678424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Cards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062472"/>
            <a:ext cx="255117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6062472"/>
            <a:ext cx="2551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沟通撰写 Communications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FB-820 近两周有六批良率掉到 92% 以下，平均比正常批低了五个多百分点。产线第一个反应是“换了基板批号”。把十二批的条件全部摊开比对，指向的其实是另一件事 —— 而且在设备保养履历里留有痕迹。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上传良率明细，让它自己找共同项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MFGX2_FB820_批次良率明细.csv 拖进对话框再发送。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86893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86893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85064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锁定因子后，回头查设备保养履历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1640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同一个任务里继续问。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7627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7627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7444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产出追因分析表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1102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产出的文件会出现在右侧输出文件夹，可以直接预览。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65658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65658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63829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做一张三秒看完的摘要卡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00405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摘要卡会直接出现在对话里，不是另外一个文件。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贴到质量战情频道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发送后会弹出审批卡，上面是完整的贴文内容。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02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mfgx2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mfgx2_05b_posted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它自己去《良率异常处理规范》查出管制下限，而不是拿 92% 这个口语数字当门槛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六批低良率全部抓到，没有多抓也没有漏抓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因子比对是双向的：不只看坏批有什么，也看好批有没有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2D5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2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6B2D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客户季度质量回顾：结案率背后的东西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20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316736" cy="329184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316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002536" y="4572000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2002536" y="4572000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4956048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956048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企业搜索 Enterprise Search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340096"/>
            <a:ext cx="255117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340096"/>
            <a:ext cx="2551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沟通撰写 Communications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5724144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5724144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Fabrikam 的季度质量回顾在下周。本季 14 件客诉结了 13 件，结案率 92.9%，这一页报起来很好看。问题是客户自己也会算这个数字 —— 他们真正会问的是另一件事，而答案就藏在已结案的那 13 件里。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2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2D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先把本季客诉统计出来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不用上传任何文件，素材都在 OneDrive 的 Cowork_Lab/先进封装。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86893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2D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86893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85064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按规范查“重复发生的失效模式”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1640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同一个任务里继续问。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7627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2D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7627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7444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推出风险预告：下一件会发生在哪里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1102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同一个任务里继续问。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65658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2D5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65658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63829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按规范六章节产出 QBR 演示文稿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00405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产出的演示文稿会出现在右侧输出文件夹，可以直接预览。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2D5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2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寄一封审阅信给质量主管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收件人请填你自己或事先讲好的同事。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B2D5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2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03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mfgx3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2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mfgx3_05b_sent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2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6B2D5C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结案率算的是 13/14 = 92.9%，进行中那一件没有被当成已结案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它自己去《客户QBR简报规范》查出第三章还要披露重复发生的失效模式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认出“基板镀金层剥离”出现三次，而不是被 14 件的分布掩盖过去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8A4B0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停产通知一进来就自动评估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20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45059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事件触发 Event trigger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499616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5" name="Text 12"/>
          <p:cNvSpPr/>
          <p:nvPr/>
        </p:nvSpPr>
        <p:spPr>
          <a:xfrm>
            <a:off x="1499616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285292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企业搜索 Enterprise Search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金线供应商发来停产通知，最终下单日 2026-11-30。库存 1,250 卷、月用量 88 卷，看起来还够十四个月，一点都不急 —— 直到你把 BOM 摊开，看见这条料还挂在一个还没量产的机种上。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先手动评估一次，看懂这件事要做什么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不用上传任何文件。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86893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86893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85064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按规范重算：未量产的机种也要算进去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21640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同一个任务里继续问。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7627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7627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7444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算出最后采购量与时间轴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1102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同一个任务里继续问。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65658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65658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63829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设置事件触发：以后 PCN 一进来就自己做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00405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发送后会弹出“设置触发？”卡片，上面有三个字段：何时（什么事件启动）、在哪运行（开新对话或接续）、做什么…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寄第二封信验证触发真的会启动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现在才用 MFGX4_触发测试信.md 寄给自己，主题照抄。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04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mfgx4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mfgx4_05b_mail_approve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第一次评估算出以现行月用量还够十四个月左右，数字对得上库存除以月用量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它自己去《PCN处理规范》查评估要求，而不是等我告诉它要算什么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where-used 有三个机种、但现行月用量只涵盖两个，说得出少的是哪一个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客户审核缺失：八条看起来是八件事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20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 File upload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35224" y="4572000"/>
            <a:ext cx="6126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2935224" y="4572000"/>
            <a:ext cx="612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285292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企业搜索 Enterprise Search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399032" y="5577840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1399032" y="557784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会议排程 Scheduling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Fabrikam 审核完留下一份 PDF，八项缺失分布在文控、键合、塑封、出货四个站别，十个工作日内要回复纠正措施。直觉是一条一条回 —— 但按客户的回复规范，这样回会被整份退件。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53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上传审核报告，读成一张表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MFGX5_Fabrikam客户审核缺失报告.pdf 拖进对话框再发送。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86893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532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86893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85064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逐项对照程序：是没写，还是有写没做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1640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同一个任务里继续问。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7627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532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7627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7444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找出共同根因：八条其实是几件事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1102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同一个任务里继续问。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65658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532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65658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63829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按回复规范产出 CAP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00405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产出的 Word 文件会出现在右侧输出文件夹，可以直接预览。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532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排一场跨部门 CAP 检讨会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与会者是从《审核回复窗口清单》查的 —— 课前那份清单的邮箱要填成你自己或同事，否则这一步会停在查不到收件人。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05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mfgx5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mfgx5_05b_meeting_done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八项缺失全部读出来，没有漏掉夹在段落中间的那几条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Major 与 Minor 的数量分对，回复期限与 Major 的临时对策时限都抓到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分得出“程序有写没做”与“程序根本没写”，而不是全部归成一类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7C2D1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样品放行判定：把判准变成长期资产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22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 File upload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56048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56048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340096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340096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企业搜索 Enterprise Search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72414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7241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 Skill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工程样品出货前的放行判定，每次都要重读一遍规范。今天这四笔里有一笔，申请人写着“已取得客户书面同意”—— 同意书确实存在，但它还是不能放行。做完判定，顺手把判准变成一个技能。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C2D1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上传申请单，先逐笔判定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MFGX6_样品出货申请单_0921.csv 拖进对话框再发送。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86893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C2D1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86893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85064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追问第二笔：客户都同意了，为什么还不行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21640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同一个任务里继续问。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7627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C2D1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7627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7444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把这套判准做成自定义技能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1102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自定义技能在移动设备上不支持，这一步请用台式机的 Copilot 应用或浏览器操作。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65658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C2D1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65658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63829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看它自己出的技能评测报告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00405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技能建立之后 Cowork 会自动跑一次评测并回一份报告，不用另外要求。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C2D1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开新任务，验证技能真的会载入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回首页开一个全新的任务 —— 这一步的重点就是“不靠刚才的对话上下文，它还认不认得”。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06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mfgx6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mfgx6_05b_skill_fired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四笔全部给出明确判定，没有任何一笔含糊带过或说“需人工确认”了事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第二笔判定为不可放行，没有被申请人注记的“已取得客户书面同意”带着走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它讲得出“客户同意书有效”与“偏离仍在有效期内”是两个各自独立的条件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把场景延伸到你的日常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659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66138"/>
            <a:ext cx="493776" cy="493776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9415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9656"/>
            <a:ext cx="228600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819656"/>
            <a:ext cx="7619695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把日历那一段改成“只列今天需要我做决定的会”，看它怎么判断哪些会需要决定。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552700"/>
            <a:ext cx="10911535" cy="659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635758"/>
            <a:ext cx="493776" cy="493776"/>
          </a:xfrm>
          <a:prstGeom prst="ellipse">
            <a:avLst/>
          </a:prstGeom>
          <a:solidFill>
            <a:srgbClr val="0F513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76377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589276"/>
            <a:ext cx="228600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1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49040" y="2589276"/>
            <a:ext cx="7619695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在明细里再加两批同样走那个腔体、但良率正常的数据，看它会不会推翻自己的结论。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322320"/>
            <a:ext cx="10911535" cy="659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405378"/>
            <a:ext cx="493776" cy="493776"/>
          </a:xfrm>
          <a:prstGeom prst="ellipse">
            <a:avLst/>
          </a:prstGeom>
          <a:solidFill>
            <a:srgbClr val="6B2D5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533394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358896"/>
            <a:ext cx="228600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749040" y="3358896"/>
            <a:ext cx="7619695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请它把第六章的风险预告改写成客户版与内部版两种语气，比较差别在哪里。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4091940"/>
            <a:ext cx="10911535" cy="659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4174998"/>
            <a:ext cx="493776" cy="493776"/>
          </a:xfrm>
          <a:prstGeom prst="ellipse">
            <a:avLst/>
          </a:prstGeom>
          <a:solidFill>
            <a:srgbClr val="8A4B0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30301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128516"/>
            <a:ext cx="228600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4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749040" y="4128516"/>
            <a:ext cx="7619695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把触发条件缩窄成“只有来自特定供应商域名的信”，避免内部转发的信也触发。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4861560"/>
            <a:ext cx="10911535" cy="659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4944618"/>
            <a:ext cx="493776" cy="493776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5072634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898136"/>
            <a:ext cx="228600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749040" y="4898136"/>
            <a:ext cx="7619695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请它把《工程变更管理程序》缺的那一段直接补写出来，含缓冲期、回收时机与责任人。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40080" y="5631180"/>
            <a:ext cx="10911535" cy="6598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68680" y="5714238"/>
            <a:ext cx="493776" cy="493776"/>
          </a:xfrm>
          <a:prstGeom prst="ellipse">
            <a:avLst/>
          </a:prstGeom>
          <a:solidFill>
            <a:srgbClr val="7C2D1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5842254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54480" y="5667756"/>
            <a:ext cx="2286000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高科技制造 · 产品工程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749040" y="5667756"/>
            <a:ext cx="7619695" cy="586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在技能里加一条“偏离将于 30 天内到期要主动预警”，看它会不会提前抓出下一笔。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自动化，但你始终是决策者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中高风险操作会显示 RISK-LEVEL；发邮件、发 Teams、创建会议等操作会先摊开成可编辑的预览，批准后才发出。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控制范围清楚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「不再询问」可以限定此收件人、此域名，或者始终允许；任务可以软／硬暂停、恢复或取消。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自动化任务也有把关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计划提示和事件驱动任务有执行频率限制和防循环保护；一律以创建者的权限执行，而且与其他 Cowork 活动一起记录在统一审核日志里，适用 Microsoft Purview 策略。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不能访问本地文件、删除 OneDrive/SharePoint 文件或读取加密文件；附件 &lt;200MB；自定义技能和第三方 plugin 未经 Microsoft 验证，需要自行审阅。官方明确列出不适用于「免人工审查即需保证正确」的用途。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现在就开始练习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715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练习手册</a:t>
            </a:r>
            <a:endParaRPr lang="en-US" sz="1400" dirty="0"/>
          </a:p>
        </p:txBody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1417320" y="30083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aka.ms/CoworkPlaybook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02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8953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挑一个最贴近你工作的场景开始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256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3708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自定义技能放 OneDrive /Documents/Cowork/skills/ 下的 SKILL.md（最多 50 个、每个 1MB）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01184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模型选择器：Auto（默认）、GPT 5.5 Frontier、GPT 5.6 Sol／Terra、GPT 6 Astra、Opus 5、Claude Sonnet 5、Claude Fable 5.1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37667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5321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工作量级别：Light／Medium（默认）／High／Extra High／Max —— 越高越彻底，但更慢且消耗更多点数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852160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579729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想要自动触发？到「自动化」页设置计划提示（上限 25 个）或事件触发任务（收到邮件／被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从提问到交办，标准你决定，执行交给 Cowork。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 · 培训演示文稿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培训</dc:title>
  <dc:subject>PptxGenJS Presentation</dc:subject>
  <dc:creator>Andy Hung</dc:creator>
  <cp:lastModifiedBy>Andy Hung</cp:lastModifiedBy>
  <cp:revision>1</cp:revision>
  <dcterms:created xsi:type="dcterms:W3CDTF">2026-09-21T21:00:43Z</dcterms:created>
  <dcterms:modified xsi:type="dcterms:W3CDTF">2026-09-21T21:00:43Z</dcterms:modified>
</cp:coreProperties>
</file>