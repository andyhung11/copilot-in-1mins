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image" Target="../media/image-22-4.png"/><Relationship Id="rId6" Type="http://schemas.openxmlformats.org/officeDocument/2006/relationships/image" Target="../media/image-22-5.png"/><Relationship Id="rId7" Type="http://schemas.openxmlformats.org/officeDocument/2006/relationships/image" Target="../media/image-2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40–90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先不要急著設排程。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重點抽查三件事：桃園中壢店（達成率 62.8%）有沒有被標成「嚴重落後」；高雄左營店來客暴增但客單價偏低…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確認品質之後，直接用一句話把它變成排程。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排程任務跑起來之後，貼到 Teams 這一步仍然屬於對外動作，Cowork 會停在核准卡…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1_04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高雄左營店未被含糊帶過：不論標為臨界觀察或客流結構異動，都要說明來客成長與客單價偏離的具體數字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這一步刻意不拆成四次對話。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這一步請你刻意觀察右側工作區。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試算表，先確認整體毛利率是否真的守在 32% 以上、有沒有品項折後售價跌破成本 1.25 倍…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四份檔案確認無誤後，在側邊欄輸出區點「全部下載」，一次打包成 zip（單次最多 50 個檔案、500 MB）。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2_01_kick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2_04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**事件觸發**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事件觸發任務最怕的是「規則沒調好就上線」，所以第一步一定是手動驗證。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判定正確之後，再請它逐封草擬回覆。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規則驗證過了，才把它變成常駐的事件觸發任務。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事件觸發任務會和排程任務並列在「自動化」頁，各自顯示狀態（作用中／草稿／已暫停）與最近一次觸發時間…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3_01_tri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3_04_autom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40–90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這一步只做研究，先不要碰價格決策。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隨機點開三到五個來源連結，確認兩件事：連結真的存在（不是看起來像網址的字串），以及該來源真的支持它寫的那句結論…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這一步才是這個情境真正的差異點：不是「幫我整理市場情報」，而是「把情報換算成我能執行的決定」。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最後補一刀自我檢查。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4_01_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4_04_self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第一步是把兩份文件一起交出去，讓它自己讀 PDF、自己套規則、自己算天數。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確認盤點結果後，換技能。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這一步是整個情境的核心體驗。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最後一步請學員親自回 Outlook 行事曆與寄件備份確認。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5_01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5_04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黃柏翰的兩份到期日相近合約被合併為一場會議，符合合併規則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建立技能有三種方式：從左側「自訂」頁的引導式流程、直接在對話中請它幫你做一個…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技能的價值不在名字，而在規則的密度。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會自動評估並回傳一份「技能報告」，你不需要主動要求。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這一步一定要**開新的工作階段**，因為技能是在每次工作階段開始時被自動探索載入的。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63825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6382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63642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67299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6_01_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6_05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技能描述包含明確觸發語句，能在新工作階段被自動載入使用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新工作階段中只給數據、不重述規則，仍能正確套用四級分級門檻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桃園中壢店（達成率 71.4%、缺貨 12 次）被標為嚴重落後並列入下週優先處理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2026-08-20T07:23:36Z</dcterms:created>
  <dcterms:modified xsi:type="dcterms:W3CDTF">2026-08-20T07:23:36Z</dcterms:modified>
</cp:coreProperties>
</file>