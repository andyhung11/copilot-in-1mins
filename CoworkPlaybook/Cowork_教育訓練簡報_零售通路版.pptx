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ndyhung11.github.io/Copilot-in-1mins/CoworkPlaybook/" TargetMode="External"/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image" Target="../media/image-22-4.png"/><Relationship Id="rId6" Type="http://schemas.openxmlformats.org/officeDocument/2006/relationships/image" Target="../media/image-22-5.png"/><Relationship Id="rId7" Type="http://schemas.openxmlformats.org/officeDocument/2006/relationships/image" Target="../media/image-22-6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 AI 的實戰工作流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6 個零售通路業工作情境，看 Copilot 如何跨 App 多步執行，並在中高風險動作前顯示風險等級、等你核准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教育訓練簡報 · 零售通路版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今天的內容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1737360" y="1773936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認識 Cowork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37360" y="221284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什麼是代理式 AI，和一般 Copilot Chat 有何不同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81635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1737360" y="2852928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核心能力與運作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737360" y="32918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技能、工作區、行動前審核、自我驗證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953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1737360" y="3931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737360" y="4370832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戰情日報排程、檔期啟動包、客訴事件觸發、競品調價建議、合約到期盤點、門市週報技能，逐一拆解工作流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4974336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1737360" y="5010912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套用到你的日常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737360" y="5449824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如何把這些情境延伸到自己的工作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從「對話」到「代理執行」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你交付一個目標，它會自己拆解步驟、讀取雲端檔案、載入需要的技能，跨 App 產出成果並自我檢查——中高風險動作會顯示風險等級並停下來請你核准。你從「快速單輪問答」升級為「交付一個可執行的任務」。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快速單輪問答；適合立即回答與腦力激盪。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你給目標，它跨 App 多步驟自主執行，可運行數分鐘到數小時。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你仍是主導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對外或影響他人的動作，一律先暫停等你核准。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與一般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828800"/>
            <a:ext cx="2743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40233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Copilot Chat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1828800"/>
            <a:ext cx="414223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Copilot Cowork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2615184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615184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互動方式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615184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快速單輪問答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589520" y="2615184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交付目標，跨 App 自主多步執行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401568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401568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檔案處理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566160" y="3401568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貼上片段內容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589520" y="3401568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讀取雲端附件、產出新檔案；不存取本機檔案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187952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187952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技能運用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66160" y="4187952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單一對話能力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589520" y="4187952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 13 個內建技能與自訂技能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974336"/>
            <a:ext cx="10908792" cy="7863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974336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4974336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聊天視窗的文字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589520" y="4974336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OneDrive 中真實的文件、試算表、簡報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0080" y="5760720"/>
            <a:ext cx="10908792" cy="786384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5760720"/>
            <a:ext cx="2468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把關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566160" y="5760720"/>
            <a:ext cx="36576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你自行判斷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589520" y="5760720"/>
            <a:ext cx="3776472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中高風險動作顯示風險等級，核准後才執行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四個讓 Cowork 不一樣的能力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34086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個內建技能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Word、Excel、PowerPoint、PDF、Email、Scheduling、Calendar Management、Meetings、Daily Briefing、Enterprise Search、Deep Research、Communications、Adaptive Cards。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83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130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34086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67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工作區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24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右側面板同時呈現「參考」輸入檔、「輸出」產出檔與「技能」，過程透明可追。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62686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中高風險動作顯示 RISK-LEVEL；可核准、取消，或設定 per-recipient／per-domain／always 的 don’t ask again。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069080"/>
            <a:ext cx="5227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41655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62686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45312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4910328"/>
            <a:ext cx="3626968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Edge 瀏覽器（預覽・僅限網頁版）、Imagen 2 影像生成、模型選擇器新增 Sonnet+Opus 顧問配對、排程提示／事件驅動任務（信件或 @提及自動觸發）、Download-All zip（50 檔／500MB）。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一次代理式工作流，背後發生什麼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接收目標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上傳檔案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下達指令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理解任務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拆成步驟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載入技能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內建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自訂技能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執行產出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試算表／信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自我驗證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檢查數字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對外動作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等你核准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整個過程在「工作區」面板透明呈現；可軟／硬暫停、恢復或取消任務。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啟動方式不只聊天下指令：也能設定「收到指定信件／被 @提及時」自動觸發（事件驅動任務），一樣走相同的自我驗證與核准流程。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個實戰情境總覽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589989" cy="9144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977875" y="2194560"/>
            <a:ext cx="914400" cy="91440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043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13232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13232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13232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· Communications · 排程任務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12–15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504389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04389" y="1828800"/>
            <a:ext cx="1589989" cy="9144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5" name="Shape 12"/>
          <p:cNvSpPr/>
          <p:nvPr/>
        </p:nvSpPr>
        <p:spPr>
          <a:xfrm>
            <a:off x="2842184" y="2194560"/>
            <a:ext cx="914400" cy="91440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352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577541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577541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577541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 · Excel · PDF · Email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595829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15–20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36869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368698" y="1828800"/>
            <a:ext cx="1589989" cy="9144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3" name="Shape 19"/>
          <p:cNvSpPr/>
          <p:nvPr/>
        </p:nvSpPr>
        <p:spPr>
          <a:xfrm>
            <a:off x="4706493" y="2194560"/>
            <a:ext cx="914400" cy="91440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7661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44185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444185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444185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· Enterprise Search · 事件觸發任務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446013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233008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233008" y="1828800"/>
            <a:ext cx="1589989" cy="9144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1" name="Shape 26"/>
          <p:cNvSpPr/>
          <p:nvPr/>
        </p:nvSpPr>
        <p:spPr>
          <a:xfrm>
            <a:off x="6570802" y="2194560"/>
            <a:ext cx="914400" cy="91440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970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6306160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6306160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6306160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· Excel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6324448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18–22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8097317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8097317" y="1828800"/>
            <a:ext cx="1589989" cy="9144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9" name="Shape 33"/>
          <p:cNvSpPr/>
          <p:nvPr/>
        </p:nvSpPr>
        <p:spPr>
          <a:xfrm>
            <a:off x="8435111" y="2194560"/>
            <a:ext cx="914400" cy="91440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6279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170469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8170469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8170469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 · Calendar Management · Email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188757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15–18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45" name="Shape 38"/>
          <p:cNvSpPr/>
          <p:nvPr/>
        </p:nvSpPr>
        <p:spPr>
          <a:xfrm>
            <a:off x="9961626" y="1828800"/>
            <a:ext cx="158998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46" name="Shape 39"/>
          <p:cNvSpPr/>
          <p:nvPr/>
        </p:nvSpPr>
        <p:spPr>
          <a:xfrm>
            <a:off x="9961626" y="1828800"/>
            <a:ext cx="1589989" cy="9144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7" name="Shape 40"/>
          <p:cNvSpPr/>
          <p:nvPr/>
        </p:nvSpPr>
        <p:spPr>
          <a:xfrm>
            <a:off x="10299421" y="2194560"/>
            <a:ext cx="914400" cy="91440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589" y="2395728"/>
            <a:ext cx="512064" cy="512064"/>
          </a:xfrm>
          <a:prstGeom prst="rect">
            <a:avLst/>
          </a:prstGeom>
        </p:spPr>
      </p:pic>
      <p:sp>
        <p:nvSpPr>
          <p:cNvPr id="49" name="Text 41"/>
          <p:cNvSpPr/>
          <p:nvPr/>
        </p:nvSpPr>
        <p:spPr>
          <a:xfrm>
            <a:off x="10034778" y="3218688"/>
            <a:ext cx="144368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150" dirty="0"/>
          </a:p>
        </p:txBody>
      </p:sp>
      <p:sp>
        <p:nvSpPr>
          <p:cNvPr id="50" name="Text 42"/>
          <p:cNvSpPr/>
          <p:nvPr/>
        </p:nvSpPr>
        <p:spPr>
          <a:xfrm>
            <a:off x="10034778" y="3493008"/>
            <a:ext cx="144368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1500" dirty="0"/>
          </a:p>
        </p:txBody>
      </p:sp>
      <p:sp>
        <p:nvSpPr>
          <p:cNvPr id="51" name="Text 43"/>
          <p:cNvSpPr/>
          <p:nvPr/>
        </p:nvSpPr>
        <p:spPr>
          <a:xfrm>
            <a:off x="10034778" y="4114800"/>
            <a:ext cx="144368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10053066" y="4645152"/>
            <a:ext cx="14071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20–25 分鐘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★★★</a:t>
            </a:r>
            <a:endParaRPr lang="en-US" sz="11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A3A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全通路戰情日報排程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12–15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01752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0175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Communications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這個情境的重點不是「今天幫我做一份日報」，而是「從明天起，每個上班日早上 8:30，你自己把日報做好貼到 Teams 營運頻道」。先在對話中把一次的產出調到滿意，再把同一段指令設成排程任務 —— 這是 Copilot Chat 結構上做不到的：Chat 每次都要你重新開啟、重新貼資料、重新下指令，而 Cowork 排程任務在你還沒打開電腦前就已經跑完。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先跑一次：上傳兩份檔案，要求它嚴格套用判讀規則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先不要急著設排程。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抽查它有沒有真的套用門檻，而不是憑感覺挑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重點抽查三件事：桃園中壢店（達成率 62.8%）有沒有被標成「嚴重落後」；高雄左營店來客暴增但客單價偏低…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把同一段指令設成每個上班日 08:30 的排程任務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確認品質之後，直接用一句話把它變成排程。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A3A62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觀察貼文前的核准卡：排程不等於放手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排程任務跑起來之後，貼到 Teams 這一步仍然屬於對外動作，Cowork 會停在核准卡…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01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8A3A62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達成率、客單價、退貨率的計算與原始數據一致，桃園中壢店被正確標為嚴重落後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高雄左營店被標示為客流結構異動，而不是被當成業績亮眼的門市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門市回報中的施工、設備、缺貨都被拉進當日追蹤事項並指定負責人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B4551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檔期促銷專案啟動包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15–20 分鐘 · 難度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097280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78308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178308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255264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5" name="Text 12"/>
          <p:cNvSpPr/>
          <p:nvPr/>
        </p:nvSpPr>
        <p:spPr>
          <a:xfrm>
            <a:off x="3255264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一句交辦，一次拿到四份不同格式的交付物：企劃書 Word、折扣毛利試算 Excel、門市執行 SOP PDF、供應商通知信草稿 —— 而且四份彼此數字一致。這正是 Cowork 與 Chat 最直觀的差別：Chat 一次給你一段文字，你得自己開四個檔、貼四次、對四次數字；Cowork 在同一個工作階段裡接力四個技能，最後用「全部下載」一次打包給你。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一次交辦四份交付物，並明確點名限制條件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這一步刻意不拆成四次對話。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看它怎麼接力：側邊欄的技能與輸出資料夾同步長出來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這一步請你刻意觀察右側工作區。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抽查毛利紅線與四份文件的數字一致性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Excel 試算表，先確認整體毛利率是否真的守在 32% 以上、有沒有品項折後售價跌破成本 1.25 倍…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B455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用「全部下載」一次打包，供應商信留在草稿等你決定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四份檔案確認無誤後，在側邊欄輸出區點「全部下載」，一次打包成 zip（單次最多 50 個檔案、500 MB）。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02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B4551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四份交付物都已產出，且格式正確（Word 企劃書、Excel 試算表、PDF 單張 SOP、Email 草稿）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試算表的整體毛利率確實守住 32%，且逐品項折後售價未低於成本 1.25 倍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庫存低於 300 件的品項（鑄鐵燉鍋 190 件、床頭燈 280 件）未被列為主打品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2E7D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客訴事件觸發分流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75104" y="4572000"/>
            <a:ext cx="3593592" cy="402336"/>
          </a:xfrm>
          <a:prstGeom prst="roundRect">
            <a:avLst>
              <a:gd name="adj" fmla="val 50000"/>
            </a:avLst>
          </a:prstGeom>
          <a:solidFill>
            <a:srgbClr val="B4009E"/>
          </a:solidFill>
          <a:ln/>
        </p:spPr>
      </p:sp>
      <p:sp>
        <p:nvSpPr>
          <p:cNvPr id="13" name="Text 10"/>
          <p:cNvSpPr/>
          <p:nvPr/>
        </p:nvSpPr>
        <p:spPr>
          <a:xfrm>
            <a:off x="1975104" y="4572000"/>
            <a:ext cx="35935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48132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設定的不是排程，而是**事件觸發**：不是「每天早上跑一次」，而是「只要客服信箱收到符合條件的客訴信，就自動比對退換貨政策、判定案件等級、草擬回覆並等你核准」。你不用盯著信箱，也不用記得政策第幾條 —— 因為在你打開那封信之前，草稿已經準備好躺在那裡了。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先手動跑一次：三封信一起丟，看它的分級與引用對不對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事件觸發任務最怕的是「規則沒調好就上線」，所以第一步一定是手動驗證。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請它依三段結構草擬回覆，並檢查有沒有超出政策承諾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判定正確之後，再請它逐封草擬回覆。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把驗證過的規則設成事件觸發任務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規則驗證過了，才把它變成常駐的事件觸發任務。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2E7D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在「自動化」頁確認狀態，並理解它的安全邊界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事件觸發任務會和排程任務並列在「自動化」頁，各自顯示狀態（作用中／草稿／已暫停）與最近一次觸發時間…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03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第一封（瑕疵且逾 48 小時未回覆）被正確判定為 A 級並要求主管覆核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第二封正確引用 P-04，說明到貨逾期可取消並全額退款，不受鑑賞期限制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第三封誠實說明門市（P-02）與網路通路（P-01）規定不同，未含糊帶過也未責怪客戶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5C2E9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競品情報與調價建議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18–22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825496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82549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Deep Research 的價值不在「查到很多資料」，而在「查完之後要能落到你自己的數字上」。這個情境刻意把外部情報與內部毛利表接起來：先讓它做一輪有來源的公開市場情報，再要求它把每一條情報換算成「這個品項該不該調價、調多少、調完毛利率剩多少」，而且不准用推估數字填補查不到的空格 —— 查不到就必須誠實寫「查無可靠公開來源」。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先做有來源的公開市場情報，明確要求查不到就標註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這一步只做研究，先不要碰價格決策。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檢查來源品質：連結是否可點、是否真的支持該結論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隨機點開三到五個來源連結，確認兩件事：連結真的存在（不是看起來像網址的字串），以及該來源真的支持它寫的那句結論…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把情報落到毛利表上，逐項給出守得住紅線的調價建議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這一步才是這個情境真正的差異點：不是「幫我整理市場情報」，而是「把情報換算成我能執行的決定」。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5C2E9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讓它自我檢查紅線，並說明哪些品項刻意不動價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最後補一刀自我檢查。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04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5C2E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每一條外部情報都附有可點擊來源連結，查不到的誠實標示「查無可靠公開來源」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隨機抽查的來源連結真的可以打開，且內容支持它所寫的結論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所有建議調整後的毛利率都不低於 38%，單次調降幅度都未超過 15%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合約到期盤點到會議發出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15–18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905256" cy="402336"/>
          </a:xfrm>
          <a:prstGeom prst="roundRect">
            <a:avLst>
              <a:gd name="adj" fmla="val 50000"/>
            </a:avLst>
          </a:prstGeom>
          <a:solidFill>
            <a:srgbClr val="D83B0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905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PDF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591056" y="4572000"/>
            <a:ext cx="3977640" cy="402336"/>
          </a:xfrm>
          <a:prstGeom prst="roundRect">
            <a:avLst>
              <a:gd name="adj" fmla="val 50000"/>
            </a:avLst>
          </a:prstGeom>
          <a:solidFill>
            <a:srgbClr val="004E8C"/>
          </a:solidFill>
          <a:ln/>
        </p:spPr>
      </p:sp>
      <p:sp>
        <p:nvSpPr>
          <p:cNvPr id="13" name="Text 10"/>
          <p:cNvSpPr/>
          <p:nvPr/>
        </p:nvSpPr>
        <p:spPr>
          <a:xfrm>
            <a:off x="1591056" y="4572000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1289304" cy="402336"/>
          </a:xfrm>
          <a:prstGeom prst="roundRect">
            <a:avLst>
              <a:gd name="adj" fmla="val 50000"/>
            </a:avLst>
          </a:prstGeom>
          <a:solidFill>
            <a:srgbClr val="106EBE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128930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這個情境要示範的是「一條龍」：從讀 PDF 合約清單、依規則算出誰已經逾期未啟動，到直接開會議邀請、寄提醒信給各採購 —— 三個不同系統（檔案、行事曆、郵件）在同一個任務裡串起來。Chat 能幫你算天數，但算完之後開會議、寄信這兩件事，永遠得你自己再做一次。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 PDF 並依規則算出誰已經逾期未啟動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第一步是把兩份文件一起交出去，讓它自己讀 PDF、自己套規則、自己算天數。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請它依規則安排續約評估會議，觀察行事曆技能接手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確認盤點結果後，換技能。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核准每一個對外動作：會議邀請與提醒信逐一確認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這一步是整個情境的核心體驗。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F6CBD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回頭確認行事曆與寄件備份，驗證動作真的落地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最後一步請學員親自回 Outlook 行事曆與寄件備份確認。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05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香語生活（9/18）與綿境紡織（9/30）被正確標示為「應啟動日已過期」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提前啟動天數依年度採購額正確分級（90／60／30 天），未一律套用同一個天數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周明翰的兩份到期日相近合約被合併為一場會議，符合合併規則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門市週報產生器技能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⏱ 約 20–25 分鐘 · 難度 ★★★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249424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2494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 Skill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26280" y="640080"/>
            <a:ext cx="7132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D7D9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前面五個情境每次都要重講一次規則；這一個把規則本身變成資產。做一個自訂技能，一次寫清楚分級門檻、警訊規則、HTML 報表結構與語氣要求，之後每週只要一句「產生本週門市營運週報」，就同時拿到一份可視覺化的 HTML 報表與一份可直接寄出的 Email 版摘要 —— 而且同事也能用同一套標準，週報格式不會因人而異。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26280" y="17830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4526280" y="2286000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262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166360" y="2267712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用引導式流程建立技能：先描述你每週在做什麼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5166360" y="2633472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建立技能有三種方式：從左側「自訂」頁的引導式流程、直接在對話中請它幫你做一個…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26280" y="331012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33101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329184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把判讀規則與防護欄寫進去，這才是技能的價值所在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365760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技能的價值不在名字，而在規則的密度。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433425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43342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431596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看它自動評估技能品質，並讀懂那份技能報告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468172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技能建立、更新或驗證時，Cowork 會自動評估並回傳一份「技能報告」，你不需要主動要求。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535838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534009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開新工作階段實測：一句話換到 HTML 報表與 Email 摘要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570585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這一步一定要**開新的工作階段**，因為技能是在每次工作階段開始時被自動探索載入的。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638251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A437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6382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636422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檢查兩份產出，決定要不要分享給同事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672998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 HTML 報表確認六個區塊是否齊全、達成率橫條是否對得上數字、桃園中壢店…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 06 · 實機示範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 Cowork 怎麼做、產出什麼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8521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你的輸入與指令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63056" y="1773936"/>
            <a:ext cx="5184648" cy="343318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0" y="1828800"/>
            <a:ext cx="5074920" cy="3323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實機截圖待補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217920" y="5261986"/>
            <a:ext cx="5074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產出成果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5074920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5074920"/>
            <a:ext cx="91440" cy="1143000"/>
          </a:xfrm>
          <a:prstGeom prst="rect">
            <a:avLst/>
          </a:prstGeom>
          <a:solidFill>
            <a:srgbClr val="A4373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518464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產出驗收</a:t>
            </a:r>
            <a:endParaRPr lang="en-US" sz="14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5221224"/>
            <a:ext cx="182880" cy="18288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3108960" y="5166360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技能描述包含明確觸發語句，能在新工作階段被自動載入使用</a:t>
            </a:r>
            <a:endParaRPr lang="en-US" sz="13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5559552"/>
            <a:ext cx="182880" cy="18288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108960" y="5504688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新工作階段中只給數據、不重述規則，仍能正確套用四級分級門檻</a:t>
            </a:r>
            <a:endParaRPr lang="en-US" sz="13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5897880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108960" y="5843016"/>
            <a:ext cx="8168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桃園中壢店（達成率 71.4%、缺貨 12 次）被標為嚴重落後並列入下週優先處理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把情境延伸到你的日常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125980"/>
            <a:ext cx="438912" cy="438912"/>
          </a:xfrm>
          <a:prstGeom prst="ellipse">
            <a:avLst/>
          </a:prstGeom>
          <a:solidFill>
            <a:srgbClr val="8A3A62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3360420"/>
            <a:ext cx="438912" cy="438912"/>
          </a:xfrm>
          <a:prstGeom prst="ellipse">
            <a:avLst/>
          </a:prstGeom>
          <a:solidFill>
            <a:srgbClr val="B4551B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4594860"/>
            <a:ext cx="438912" cy="438912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1" name="Shape 9"/>
          <p:cNvSpPr/>
          <p:nvPr/>
        </p:nvSpPr>
        <p:spPr>
          <a:xfrm>
            <a:off x="6255868" y="178308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57036" y="2125980"/>
            <a:ext cx="438912" cy="438912"/>
          </a:xfrm>
          <a:prstGeom prst="ellipse">
            <a:avLst/>
          </a:prstGeom>
          <a:solidFill>
            <a:srgbClr val="5C2E91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5868" y="301752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7036" y="3360420"/>
            <a:ext cx="438912" cy="438912"/>
          </a:xfrm>
          <a:prstGeom prst="ellipse">
            <a:avLst/>
          </a:prstGeom>
          <a:solidFill>
            <a:srgbClr val="0F6CBD"/>
          </a:solidFill>
          <a:ln/>
        </p:spPr>
      </p:sp>
      <p:sp>
        <p:nvSpPr>
          <p:cNvPr id="15" name="Shape 13"/>
          <p:cNvSpPr/>
          <p:nvPr/>
        </p:nvSpPr>
        <p:spPr>
          <a:xfrm>
            <a:off x="6255868" y="4251960"/>
            <a:ext cx="5295748" cy="112471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57036" y="4594860"/>
            <a:ext cx="438912" cy="438912"/>
          </a:xfrm>
          <a:prstGeom prst="ellipse">
            <a:avLst/>
          </a:prstGeom>
          <a:solidFill>
            <a:srgbClr val="A4373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235708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417320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3A6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營運督導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076124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把排程改成一週一次的週報，或改成只在達成率低於 90% 時才通知你。</a:t>
            </a:r>
            <a:endParaRPr lang="en-US" sz="11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3470148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5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商品企劃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076124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改一個條件（例如毛利率紅線改成 35%），請它整組四份文件重出，體驗「一次改、四份同步」。</a:t>
            </a:r>
            <a:endParaRPr lang="en-US" sz="11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" y="4704588"/>
            <a:ext cx="219456" cy="21945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417320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客服中心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3076124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把觸發條件縮小到特定寄件網域或特定通路的客服信箱，降低誤觸發。</a:t>
            </a:r>
            <a:endParaRPr lang="en-US" sz="115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764" y="2235708"/>
            <a:ext cx="219456" cy="219456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033108" y="181965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2E9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商品定價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8691911" y="181965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把調價紅線換成你們自己的毛利政策，其他步驟完全沿用。</a:t>
            </a:r>
            <a:endParaRPr lang="en-US" sz="11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6764" y="3470148"/>
            <a:ext cx="219456" cy="21945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033108" y="305409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6C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商品採購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8691911" y="305409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把它設成每月 1 號的排程任務，讓合約盤點變成不需要人記得的例行工作。</a:t>
            </a:r>
            <a:endParaRPr lang="en-US" sz="1150" dirty="0"/>
          </a:p>
        </p:txBody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6764" y="4704588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033108" y="4288536"/>
            <a:ext cx="222421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437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零售通路 · 自動化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8691911" y="4288536"/>
            <a:ext cx="275378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E223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做一個變體技能，專門產生月報或季報，重複使用同一套分級規則。</a:t>
            </a:r>
            <a:endParaRPr lang="en-US" sz="115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自動化，但你始終是決策者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行動前審核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中高風險動作會顯示 RISK-LEVEL；寄信、發 Teams、建立會議等動作先攤開可編輯預覽，核准後才送出。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控制範圍清楚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don’t ask again 可限定 per-recipient、per-domain 或 always；任務可軟／硬暫停、恢復或取消。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自動化任務也有把關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排程提示與事件驅動任務有執行頻率限制與防迴圈保護；一律以建立者權限執行，且與其他 Cowork 活動一同記錄在統一稽核日誌，套用 Microsoft Purview 政策。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不能存取本機檔案、刪除 OneDrive/SharePoint 檔案或讀取加密檔；附件 &lt;200MB，自訂技能未驗證需審閱。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現在就開始練習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開始前請確認：M365 Copilot 授權、已啟用用量計費（Cowork 現已正式開放）、租戶已啟用 Anthropic 子處理者；可在 Web/桌面/行動/Outlook/Teams 使用（本機瀏覽器工作僅限網頁版＋最新版 Edge）。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31272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Cowork 練習手冊</a:t>
            </a:r>
            <a:endParaRPr lang="en-US" sz="1400" dirty="0"/>
          </a:p>
        </p:txBody>
      </p:sp>
      <p:sp>
        <p:nvSpPr>
          <p:cNvPr id="7" name="Text 4">
            <a:hlinkClick r:id="rId3" tooltip=""/>
          </p:cNvPr>
          <p:cNvSpPr/>
          <p:nvPr/>
        </p:nvSpPr>
        <p:spPr>
          <a:xfrm>
            <a:off x="1417320" y="341985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andyhung11.github.io/Copilot-in-1mins/CoworkPlaybook/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31596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05840" y="426110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挑一個最貼近你工作的情境開始</a:t>
            </a:r>
            <a:endParaRPr lang="en-US" sz="1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791456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05840" y="473659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自訂技能放 OneDrive /Documents/Cowork/skills/ 的 SKILL.md（最多 50 個、每個 1MB）</a:t>
            </a:r>
            <a:endParaRPr lang="en-US" sz="14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26694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05840" y="52120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模型選擇器支援 Auto、Claude Opus/Sonnet、Sonnet+Opus 顧問配對、Fable 5 preview、GPT 5.5</a:t>
            </a:r>
            <a:endParaRPr lang="en-US" sz="14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742432"/>
            <a:ext cx="237744" cy="23774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1005840" y="568756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想要自動觸發？到「排程」頁設定事件驅動任務（收到指定信件／被 @提及時自動執行）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把重複、吃時間的工作，交給 Cowork —— 你專注在決策與客戶。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Microsoft 365 Copilot Cowork · 教育訓練簡報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教育訓練 · 零售通路業</dc:title>
  <dc:subject>PptxGenJS Presentation</dc:subject>
  <dc:creator>Andy Hung</dc:creator>
  <cp:lastModifiedBy>Andy Hung</cp:lastModifiedBy>
  <cp:revision>1</cp:revision>
  <dcterms:created xsi:type="dcterms:W3CDTF">2026-08-20T03:26:22Z</dcterms:created>
  <dcterms:modified xsi:type="dcterms:W3CDTF">2026-08-20T03:26:22Z</dcterms:modified>
</cp:coreProperties>
</file>