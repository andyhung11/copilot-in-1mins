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image" Target="../media/image-22-4.png"/><Relationship Id="rId6" Type="http://schemas.openxmlformats.org/officeDocument/2006/relationships/image" Target="../media/image-22-5.png"/><Relationship Id="rId7" Type="http://schemas.openxmlformats.org/officeDocument/2006/relationships/image" Target="../media/image-2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6 個零售通路業工作情境，看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零售通路版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戰情日報排程、檔期啟動包、客訴事件觸發、競品調價建議、合約到期盤點、門市週報技能，逐一拆解工作流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589989" cy="9144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977875" y="2194560"/>
            <a:ext cx="914400" cy="91440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04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Communications · 排程任務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4389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04389" y="1828800"/>
            <a:ext cx="1589989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5" name="Shape 12"/>
          <p:cNvSpPr/>
          <p:nvPr/>
        </p:nvSpPr>
        <p:spPr>
          <a:xfrm>
            <a:off x="2842184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52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7541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577541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577541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Excel · PDF · Email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95829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6869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368698" y="1828800"/>
            <a:ext cx="1589989" cy="914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3" name="Shape 19"/>
          <p:cNvSpPr/>
          <p:nvPr/>
        </p:nvSpPr>
        <p:spPr>
          <a:xfrm>
            <a:off x="4706493" y="219456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6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44185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44185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444185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Enterprise Search · 事件觸發任務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46013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23300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233008" y="1828800"/>
            <a:ext cx="1589989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1" name="Shape 26"/>
          <p:cNvSpPr/>
          <p:nvPr/>
        </p:nvSpPr>
        <p:spPr>
          <a:xfrm>
            <a:off x="6570802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970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0616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30616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630616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Excel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32444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18–22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8097317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97317" y="1828800"/>
            <a:ext cx="1589989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9" name="Shape 33"/>
          <p:cNvSpPr/>
          <p:nvPr/>
        </p:nvSpPr>
        <p:spPr>
          <a:xfrm>
            <a:off x="8435111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279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170469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8170469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8170469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Calendar Management · Email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188757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961626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961626" y="1828800"/>
            <a:ext cx="1589989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7" name="Shape 40"/>
          <p:cNvSpPr/>
          <p:nvPr/>
        </p:nvSpPr>
        <p:spPr>
          <a:xfrm>
            <a:off x="10299421" y="2194560"/>
            <a:ext cx="914400" cy="91440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589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10034778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150" dirty="0"/>
          </a:p>
        </p:txBody>
      </p:sp>
      <p:sp>
        <p:nvSpPr>
          <p:cNvPr id="50" name="Text 42"/>
          <p:cNvSpPr/>
          <p:nvPr/>
        </p:nvSpPr>
        <p:spPr>
          <a:xfrm>
            <a:off x="10034778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1500" dirty="0"/>
          </a:p>
        </p:txBody>
      </p:sp>
      <p:sp>
        <p:nvSpPr>
          <p:cNvPr id="51" name="Text 43"/>
          <p:cNvSpPr/>
          <p:nvPr/>
        </p:nvSpPr>
        <p:spPr>
          <a:xfrm>
            <a:off x="10034778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10053066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Communications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這個情境的重點不是「今天幫我做一份日報」，而是「從明天起，每個上班日早上 8:30，你自己把日報做好貼到 Teams 營運頻道」。先在對話中把一次的產出調到滿意，再把同一段指令設成排程任務 —— 這是 Copilot Chat 結構上做不到的：Chat 每次都要你重新開啟、重新貼資料、重新下指令，而 Cowork 排程任務在你還沒打開電腦前就已經跑完。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先跑一次：上傳兩份檔案，要求它嚴格套用判讀規則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先不要急著設排程。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抽查它有沒有真的套用門檻，而不是憑感覺挑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重點抽查三件事：桃園中壢店（達成率 62.8%）有沒有被標成「嚴重落後」；高雄左營店來客暴增但客單價偏低…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把同一段指令設成每個上班日 08:30 的排程任務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確認品質之後，直接用一句話把它變成排程。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觀察貼文前的核准卡：排程不等於放手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排程任務跑起來之後，貼到 Teams 這一步仍然屬於對外動作，Cowork 會停在核准卡…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1_04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達成率、客單價、退貨率的計算與原始數據一致，桃園中壢店被正確標為嚴重落後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高雄左營店未被含糊帶過：不論標為臨界觀察或客流結構異動，都要說明來客成長與客單價偏離的具體數字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門市回報中的施工、設備、缺貨都被拉進當日追蹤事項並指定負責人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5526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5" name="Text 12"/>
          <p:cNvSpPr/>
          <p:nvPr/>
        </p:nvSpPr>
        <p:spPr>
          <a:xfrm>
            <a:off x="325526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一句交辦，一次拿到四份不同格式的交付物：企劃書 Word、折扣毛利試算 Excel、門市執行 SOP PDF、供應商通知信草稿 —— 而且四份彼此數字一致。這正是 Cowork 與 Chat 最直觀的差別：Chat 一次給你一段文字，你得自己開四個檔、貼四次、對四次數字；Cowork 在同一個工作階段裡接力四個技能，最後用「全部下載」一次打包給你。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一次交辦四份交付物，並明確點名限制條件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這一步刻意不拆成四次對話。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看它怎麼接力：側邊欄的技能與輸出資料夾同步長出來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這一步請你刻意觀察右側工作區。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抽查毛利紅線與四份文件的數字一致性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試算表，先確認整體毛利率是否真的守在 32% 以上、有沒有品項折後售價跌破成本 1.25 倍…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用「全部下載」一次打包，供應商信留在草稿等你決定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四份檔案確認無誤後，在側邊欄輸出區點「全部下載」，一次打包成 zip（單次最多 50 個檔案、500 MB）。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2_01_kick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2_04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四份交付物都已產出，且格式正確（Word 企劃書、Excel 試算表、PDF 單張 SOP、Email 草稿）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試算表的整體毛利率確實守住 32%，且逐品項折後售價未低於成本 1.25 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庫存低於 300 件的品項（鑄鐵燉鍋 190 件、床頭燈 280 件）未被列為主打品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設定的不是排程，而是**事件觸發**：不是「每天早上跑一次」，而是「只要客服信箱收到符合條件的客訴信，就自動比對退換貨政策、判定案件等級、草擬回覆並等你核准」。你不用盯著信箱，也不用記得政策第幾條 —— 因為在你打開那封信之前，草稿已經準備好躺在那裡了。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先手動跑一次：三封信一起丟，看它的分級與引用對不對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事件觸發任務最怕的是「規則沒調好就上線」，所以第一步一定是手動驗證。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請它依三段結構草擬回覆，並檢查有沒有超出政策承諾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判定正確之後，再請它逐封草擬回覆。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把驗證過的規則設成事件觸發任務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規則驗證過了，才把它變成常駐的事件觸發任務。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在「自動化」頁確認狀態，並理解它的安全邊界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事件觸發任務會和排程任務並列在「自動化」頁，各自顯示狀態（作用中／草稿／已暫停）與最近一次觸發時間…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第一封（瑕疵且逾 48 小時未回覆）被正確判定為 A 級並要求主管覆核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第二封正確引用 P-04，說明到貨逾期可取消並全額退款，不受鑑賞期限制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第三封誠實說明門市（P-02）與網路通路（P-01）規定不同，未含糊帶過也未責怪客戶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18–22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的價值不在「查到很多資料」，而在「查完之後要能落到你自己的數字上」。這個情境刻意把外部情報與內部毛利表接起來：先讓它做一輪有來源的公開市場情報，再要求它把每一條情報換算成「這個品項該不該調價、調多少、調完毛利率剩多少」，而且不准用推估數字填補查不到的空格 —— 查不到就必須誠實寫「查無可靠公開來源」。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先做有來源的公開市場情報，明確要求查不到就標註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這一步只做研究，先不要碰價格決策。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檢查來源品質：連結是否可點、是否真的支持該結論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隨機點開三到五個來源連結，確認兩件事：連結真的存在（不是看起來像網址的字串），以及該來源真的支持它寫的那句結論…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把情報落到毛利表上，逐項給出守得住紅線的調價建議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這一步才是這個情境真正的差異點：不是「幫我整理市場情報」，而是「把情報換算成我能執行的決定」。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讓它自我檢查紅線，並說明哪些品項刻意不動價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最後補一刀自我檢查。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每一條外部情報都附有可點擊來源連結，查不到的誠實標示「查無可靠公開來源」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隨機抽查的來源連結真的可以打開，且內容支持它所寫的結論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所有建議調整後的毛利率都不低於 38%，單次調降幅度都未超過 15%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這個情境要示範的是「一條龍」：從讀 PDF 合約清單、依規則算出誰已經逾期未啟動，到直接開會議邀請、寄提醒信給各採購 —— 三個不同系統（檔案、行事曆、郵件）在同一個任務裡串起來。Chat 能幫你算天數，但算完之後開會議、寄信這兩件事，永遠得你自己再做一次。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PDF 並依規則算出誰已經逾期未啟動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第一步是把兩份文件一起交出去，讓它自己讀 PDF、自己套規則、自己算天數。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請它依規則安排續約評估會議，觀察行事曆技能接手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確認盤點結果後，換技能。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核准每一個對外動作：會議邀請與提醒信逐一確認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這一步是整個情境的核心體驗。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回頭確認行事曆與寄件備份，驗證動作真的落地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最後一步請學員親自回 Outlook 行事曆與寄件備份確認。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香語生活（9/18）與綿境紡織（9/30）被正確標示為「應啟動日已過期」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提前啟動天數依年度採購額正確分級（90／60／30 天），未一律套用同一個天數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黃柏翰的兩份到期日相近合約被合併為一場會議，符合合併規則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前面五個情境每次都要重講一次規則；這一個把規則本身變成資產。做一個自訂技能，一次寫清楚分級門檻、警訊規則、HTML 報表結構與語氣要求，之後每週只要一句「產生本週門市營運週報」，就同時拿到一份可視覺化的 HTML 報表與一份可直接寄出的 Email 版摘要 —— 而且同事也能用同一套標準，週報格式不會因人而異。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用引導式流程建立技能：先描述你每週在做什麼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建立技能有三種方式：從左側「自訂」頁的引導式流程、直接在對話中請它幫你做一個…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把判讀規則與防護欄寫進去，這才是技能的價值所在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技能的價值不在名字，而在規則的密度。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看它自動評估技能品質，並讀懂那份技能報告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技能建立、更新或驗證時，Cowork 會自動評估並回傳一份「技能報告」，你不需要主動要求。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開新工作階段實測：一句話換到 HTML 報表與 Email 摘要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這一步一定要**開新的工作階段**，因為技能是在每次工作階段開始時被自動探索載入的。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63825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6382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63642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檢查兩份產出，決定要不要分享給同事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67299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報表確認六個區塊是否齊全、達成率橫條是否對得上數字、桃園中壢店…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技能描述包含明確觸發語句，能在新工作階段被自動載入使用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新工作階段中只給數據、不重述規則，仍能正確套用四級分級門檻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桃園中壢店（達成率 71.4%、缺貨 12 次）被標為嚴重落後並列入下週優先處理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Shape 9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把排程改成一週一次的週報，或改成只在達成率低於 90% 時才通知你。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改一個條件（例如毛利率紅線改成 35%），請它整組四份文件重出，體驗「一次改、四份同步」。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把觸發條件縮小到特定寄件網域或特定通路的客服信箱，降低誤觸發。</a:t>
            </a:r>
            <a:endParaRPr lang="en-US" sz="11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把調價紅線換成你們自己的毛利政策，其他步驟完全沿用。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把它設成每月 1 號的排程任務，讓合約盤點變成不需要人記得的例行工作。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做一個變體技能，專門產生月報或季報，重複使用同一套分級規則。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零售通路業</dc:title>
  <dc:subject>PptxGenJS Presentation</dc:subject>
  <dc:creator>Andy Hung</dc:creator>
  <cp:lastModifiedBy>Andy Hung</cp:lastModifiedBy>
  <cp:revision>1</cp:revision>
  <dcterms:created xsi:type="dcterms:W3CDTF">2026-08-20T05:20:11Z</dcterms:created>
  <dcterms:modified xsi:type="dcterms:W3CDTF">2026-08-20T05:20:11Z</dcterms:modified>
</cp:coreProperties>
</file>