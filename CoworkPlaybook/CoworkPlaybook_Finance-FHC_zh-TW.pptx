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7 個金控總部法遵的真實情境，看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客戶分享版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素材課前放進 OneDrive 與信箱，讓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七大實戰情境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會簽分流、教育訓練、跨子公司協調會、集團合併曝險、偶發事件通報、共同行銷核對、會簽技能，逐一拆解工作流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14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連外部系統，官方目錄已有 92 個合作夥伴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排程提示（上限 25 個）與事件觸發任務、投入 Effort 五級調節品質與成本、自訂技能建立後自動產生技能報告（0–100 分四維度，另有含 Safety and RAI 掃描的 5 道獨立關卡）、本機 Edge 瀏覽器（2026/8 GA）、影像生成、Plugins／MCP 連外部系統。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素材課前先放進 OneDrive 的 文件/Cowork_Lab/金控法遵/，練習時 Cowork 自己去找 · 準備時間 約 20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OneDrive 資料夾，把七個情境的素材放進去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OneDrive 建立 文件/Cowork_Lab/金控法遵/，底下再開七個子資料夾：FIN1_會簽分流…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把法遵窗口名冊放在母層，並填上真的收得到信的帳號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法遵窗口名冊.md 要放在 金控法遵 母資料夾，不要放進任何子資料夾 —— 情境 3 會從這裡查與會者。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寄五封商品送法遵確認給自己（情境 1 的起點）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用你自己的帳號寄給自己，五封信的主旨與內文都在 信箱_種入用/FIN1_商品送法遵確認_五封.md，主旨請照抄…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📎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上傳用的五個檔留在本機，不要放進 OneDrive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上傳用/ 底下的五個檔案（情境 4 的三張部位表、情境 6 的名單、情境 7 的送審資料）是練習當下才上傳的…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素材裡的日期，練習前先跟今天對一下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會議期間（情境 3）、上線日與上架日（情境 6、7）、通報時間…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七個子資料夾都建好了，每個情境的檔案都在對的那一個底下</a:t>
            </a:r>
            <a:endParaRPr lang="en-US" sz="105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法遵窗口名冊在母資料夾，而且 Email 欄已經填成收得到信的帳號</a:t>
            </a:r>
            <a:endParaRPr lang="en-US" sz="105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五封商品送法遵確認都在收件匣，案件編號沒有被改掉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123F6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828" dirty="0"/>
          </a:p>
        </p:txBody>
      </p:sp>
      <p:sp>
        <p:nvSpPr>
          <p:cNvPr id="10" name="Text 7"/>
          <p:cNvSpPr/>
          <p:nvPr/>
        </p:nvSpPr>
        <p:spPr>
          <a:xfrm>
            <a:off x="731520" y="3355391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共用信箱會簽分流：五封一樣的信，只有一封要辦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731520" y="4150919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· 企業搜尋 Enterprise Search · 每日簡報 Daily Briefing · Adaptive Cards · 排程提示 Scheduled prompt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31520" y="5231740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12 分鐘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1B5E5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828" dirty="0"/>
          </a:p>
        </p:txBody>
      </p:sp>
      <p:sp>
        <p:nvSpPr>
          <p:cNvPr id="18" name="Text 14"/>
          <p:cNvSpPr/>
          <p:nvPr/>
        </p:nvSpPr>
        <p:spPr>
          <a:xfrm>
            <a:off x="2324274" y="3355391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法遵教育訓練：整體達標，該達標的那群人沒達標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2324274" y="4150919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 · 圖片生成 Image generation · Excel · 溝通撰寫 Communications · Email · Adaptive Cards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2324274" y="5231740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792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5B3A7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828" dirty="0"/>
          </a:p>
        </p:txBody>
      </p:sp>
      <p:sp>
        <p:nvSpPr>
          <p:cNvPr id="26" name="Text 21"/>
          <p:cNvSpPr/>
          <p:nvPr/>
        </p:nvSpPr>
        <p:spPr>
          <a:xfrm>
            <a:off x="3917028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跨子公司協調會：名冊上四個人，實際只有三個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3917028" y="3972611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會議排程 Scheduling · 行事曆管理 Calendar Management · 企業搜尋 Enterprise Search · Word · Email</a:t>
            </a:r>
            <a:endParaRPr lang="en-US" sz="864" dirty="0"/>
          </a:p>
        </p:txBody>
      </p:sp>
      <p:sp>
        <p:nvSpPr>
          <p:cNvPr id="28" name="Text 23"/>
          <p:cNvSpPr/>
          <p:nvPr/>
        </p:nvSpPr>
        <p:spPr>
          <a:xfrm>
            <a:off x="3917028" y="5053432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分鐘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8A4B1E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828" dirty="0"/>
          </a:p>
        </p:txBody>
      </p:sp>
      <p:sp>
        <p:nvSpPr>
          <p:cNvPr id="34" name="Text 28"/>
          <p:cNvSpPr/>
          <p:nvPr/>
        </p:nvSpPr>
        <p:spPr>
          <a:xfrm>
            <a:off x="5509783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集團合併曝險：四家都沒超，合併起來超了</a:t>
            </a:r>
            <a:endParaRPr lang="en-US" sz="1080" dirty="0"/>
          </a:p>
        </p:txBody>
      </p:sp>
      <p:sp>
        <p:nvSpPr>
          <p:cNvPr id="35" name="Text 29"/>
          <p:cNvSpPr/>
          <p:nvPr/>
        </p:nvSpPr>
        <p:spPr>
          <a:xfrm>
            <a:off x="5509783" y="3972611"/>
            <a:ext cx="1172130" cy="855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 · Excel · 企業搜尋 Enterprise Search · Adaptive Cards · PowerPoint</a:t>
            </a:r>
            <a:endParaRPr lang="en-US" sz="864" dirty="0"/>
          </a:p>
        </p:txBody>
      </p:sp>
      <p:sp>
        <p:nvSpPr>
          <p:cNvPr id="36" name="Text 30"/>
          <p:cNvSpPr/>
          <p:nvPr/>
        </p:nvSpPr>
        <p:spPr>
          <a:xfrm>
            <a:off x="5509783" y="4910785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897" dirty="0"/>
          </a:p>
        </p:txBody>
      </p:sp>
      <p:sp>
        <p:nvSpPr>
          <p:cNvPr id="42" name="Text 35"/>
          <p:cNvSpPr/>
          <p:nvPr/>
        </p:nvSpPr>
        <p:spPr>
          <a:xfrm>
            <a:off x="7102537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重大偶發事件通報：兩小時的起算點不是你以為的那個</a:t>
            </a:r>
            <a:endParaRPr lang="en-US" sz="1170" dirty="0"/>
          </a:p>
        </p:txBody>
      </p:sp>
      <p:sp>
        <p:nvSpPr>
          <p:cNvPr id="43" name="Text 36"/>
          <p:cNvSpPr/>
          <p:nvPr/>
        </p:nvSpPr>
        <p:spPr>
          <a:xfrm>
            <a:off x="7102537" y="4369841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 · Email · Adaptive Cards …</a:t>
            </a:r>
            <a:endParaRPr lang="en-US" sz="936" dirty="0"/>
          </a:p>
        </p:txBody>
      </p:sp>
      <p:sp>
        <p:nvSpPr>
          <p:cNvPr id="44" name="Text 37"/>
          <p:cNvSpPr/>
          <p:nvPr/>
        </p:nvSpPr>
        <p:spPr>
          <a:xfrm>
            <a:off x="7102537" y="5070272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18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828" dirty="0"/>
          </a:p>
        </p:txBody>
      </p:sp>
      <p:sp>
        <p:nvSpPr>
          <p:cNvPr id="50" name="Text 42"/>
          <p:cNvSpPr/>
          <p:nvPr/>
        </p:nvSpPr>
        <p:spPr>
          <a:xfrm>
            <a:off x="8695291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共同行銷名單：「有同意」不等於「可以行銷」</a:t>
            </a:r>
            <a:endParaRPr lang="en-US" sz="1080" dirty="0"/>
          </a:p>
        </p:txBody>
      </p:sp>
      <p:sp>
        <p:nvSpPr>
          <p:cNvPr id="51" name="Text 43"/>
          <p:cNvSpPr/>
          <p:nvPr/>
        </p:nvSpPr>
        <p:spPr>
          <a:xfrm>
            <a:off x="8695291" y="3972611"/>
            <a:ext cx="1172130" cy="998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 · 上傳檔案 File upload · Excel · 溝通撰寫 Communications · Email</a:t>
            </a:r>
            <a:endParaRPr lang="en-US" sz="864" dirty="0"/>
          </a:p>
        </p:txBody>
      </p:sp>
      <p:sp>
        <p:nvSpPr>
          <p:cNvPr id="52" name="Text 44"/>
          <p:cNvSpPr/>
          <p:nvPr/>
        </p:nvSpPr>
        <p:spPr>
          <a:xfrm>
            <a:off x="8695291" y="5053432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18 分鐘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4A4A7A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136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8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828" dirty="0"/>
          </a:p>
        </p:txBody>
      </p:sp>
      <p:sp>
        <p:nvSpPr>
          <p:cNvPr id="58" name="Text 49"/>
          <p:cNvSpPr/>
          <p:nvPr/>
        </p:nvSpPr>
        <p:spPr>
          <a:xfrm>
            <a:off x="10288045" y="3355391"/>
            <a:ext cx="1172130" cy="53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新商品會簽技能：判準要以通路為軸，不是商品</a:t>
            </a:r>
            <a:endParaRPr lang="en-US" sz="1080" dirty="0"/>
          </a:p>
        </p:txBody>
      </p:sp>
      <p:sp>
        <p:nvSpPr>
          <p:cNvPr id="59" name="Text 50"/>
          <p:cNvSpPr/>
          <p:nvPr/>
        </p:nvSpPr>
        <p:spPr>
          <a:xfrm>
            <a:off x="10288045" y="3972611"/>
            <a:ext cx="117213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4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 · 技能評測 Skill Report · 企業搜尋 Enterprise Search · Excel</a:t>
            </a:r>
            <a:endParaRPr lang="en-US" sz="864" dirty="0"/>
          </a:p>
        </p:txBody>
      </p:sp>
      <p:sp>
        <p:nvSpPr>
          <p:cNvPr id="60" name="Text 51"/>
          <p:cNvSpPr/>
          <p:nvPr/>
        </p:nvSpPr>
        <p:spPr>
          <a:xfrm>
            <a:off x="10288045" y="4768139"/>
            <a:ext cx="117213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792" dirty="0"/>
          </a:p>
          <a:p>
            <a:pPr algn="ctr" indent="0" marL="0">
              <a:buNone/>
            </a:pPr>
            <a:r>
              <a:rPr lang="en-US" sz="792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792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23F6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共用信箱會簽分流：五封一樣的信，只有一封要辦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每日簡報 Daily Briefing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275234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2752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 Scheduled prompt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Zava 人壽同一天送來五封「商品送法遵確認」，主旨幾乎一模一樣。哪幾件法遵處真的要出具意見書？答案不在信裡，在備查送審對照表裡。而且主旨標「急件」的那兩封，剛好都不急。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讓它先讀懂這五封信在講什麼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算出唯一那件的到期日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接著上一步同一個工作階段問，不要開新的。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分類歸檔，並做成一張待辦卡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這一步會實際在你的信箱建立資料夾並搬信，Cowork 會先徵求你的同意。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23F6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設成每天早上自動跑一次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設好之後請回到左側自動化頁確認它在清單上；拍完截圖記得把它停用，免得一直跑。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1_04b_autom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23F6D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判定的依據是商品類型，不是主旨怎麼寫 —— 它有沒有指出是對照表的哪一條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五件裡只有一件需要法遵意見書，其餘四件是存查 —— 有沒有被「五封都要辦」帶著走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到期日是自收件次日起算工作天，遇假日要順延 —— 它算出來的日期對不對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B5E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法遵教育訓練：整體達標，該達標的那群人沒達標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75234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752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圖片生成 Image generation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499616" y="6062472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1499616" y="6062472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要做今年的公平待客原則教育訓練 —— 投影片、宣導插圖、完訓率統計、催辦信，一次做完。統計出來集團完訓率 94.0%，四家子公司每一家都在門檻之上。但再拆一層，問題就出來了。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做出授課投影片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不用上傳任何檔案，素材都在 OneDrive 的Cowork_Lab/金控法遵/FIN2_教育訓練。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286893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28689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285064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請它生一張宣導插圖放進封面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321640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內建圖片生成，直接用講的就好，不需要另外找圖庫。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37627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37627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37444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算完訓率，並拆到會出問題的那一層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41102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接著同一個工作階段問。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465658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46565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463829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處理新進人員，看調整後數字怎麼變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00405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這一步考的是它會不會把辦法的例外條款套上去。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B5E5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對沒達標的單位發催辦信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收件者請從 OneDrive 母資料夾的法遵窗口名冊查，那份名冊的信箱要填你自己或講好的同事。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2_05b_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B5E57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集團整體與四家子公司都在門檻之上 —— 它有沒有停在這裡就說「全部達標」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沒達標的是人壽外勤業務員這一層，不是人壽整體 —— 它有沒有拆到這一層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新進人員是從分母扣除，不是當成已完訓 —— 兩種算法的結果不一樣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B3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跨子公司協調會：名冊上四個人，實際只有三個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會議排程 Scheduling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32369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行事曆管理 Calendar Management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713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399032" y="5724144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1399032" y="5724144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要約四家子公司的法遵主管開季度協調會。照名冊發四份邀請，會有一個人收到兩封 —— 因為投信的法遵主管由證券的兼任。而議程裡剛好有一案，依資訊隔離牆規範，那位兼任者不能同席。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先搞清楚實際要約的是誰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法遵窗口名冊在 OneDrive 的母資料夾Cowork_Lab/金控法遵，不在子資料夾裡。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讀議程與隔離牆規範，判斷能不能排成一場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這一步是整個情境的關鍵，讓它自己把兩份文件對起來。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找出大家都有空的時段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它會去查與會者的行事曆，注意有沒有人整天不在。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B3A7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把會排進行事曆並發出邀請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這一步會真的發出會議邀請，Cowork 會先讓你看過。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3_04b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5B3A7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名冊是七列、實際是六個人 —— 它有沒有發現有一位是兼任，而不是發七份邀請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受隔離牆影響的是第 3 案，處理方式是分場，不是把人整場排除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有一位與會者某一天整天不在 —— 它有沒有把那天排除，還是照排下去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B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集團合併曝險：四家都沒超，合併起來超了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404872" y="5724144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9" name="Text 16"/>
          <p:cNvSpPr/>
          <p:nvPr/>
        </p:nvSpPr>
        <p:spPr>
          <a:xfrm>
            <a:off x="2404872" y="5724144"/>
            <a:ext cx="1316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銀行、人壽、證券各自把部位表送上來，每一家都在自己的限額內。把三張表依關係企業對照表歸戶之後，有一個集團超限了。直覺會想先砍掉金額最小的那一筆 —— 砍了之後你會發現還是超。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上傳三張部位表，先確認各家自己有沒有超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把上傳用資料夾裡的三個 xlsx 一起拖進對話框。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依關係企業對照表歸戶，算集團合併曝險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這一步是整個情境的重點。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追問：砍哪一筆才真的有用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這一步考的是它會不會被「先砍小的比較省事」帶著走。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1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產出試算表與給風管會的簡報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兩個產出都會出現在側欄的輸出資料夾，可以直接預覽與下載。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4_01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4_04b_d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4B1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三家子公司各自都沒超過自己的限額 —— 它有沒有先確認這件事，再往下算合併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歸戶的依據是關係企業對照表，不是戶名相不相像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超額大於金額最小的那一筆 —— 砍掉最小那筆之後仍然超限，它有沒有發現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重大偶發事件通報：兩小時的起算點不是你以為的那個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18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499616" y="4956048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4956048"/>
            <a:ext cx="1719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340096"/>
            <a:ext cx="32369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340096"/>
            <a:ext cx="3236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行事曆管理 Calendar Management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5724144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572414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子公司的通報信一進來就要開始算時間。信裡最醒目的是事件發生時間，但法定時限是從知悉時起算的，兩者差了一天半。而且這件事不只要報主管機關 —— 因為外洩的是客戶個資。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先讓它讀懂通報規定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先不要寄那封通報信。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設定事件觸發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它會跳出一張設定觸發？卡片，上面有「何時」「在哪裡執行」「它會做什麼」與需要的權限，看過再按設定。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寄出通報信，看觸發真的啟動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寄出前先把信裡的事件發生時間改成前一天、確認事件成立的時間改成大約一小時前（兩者相隔一天半左右…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B222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追問它漏了什麼，並把截止時間排進行事曆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在觸發跑出來的那個工作階段裡繼續問。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5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5_04b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時限是從知悉時起算，不是事件發生時 —— 它用的是哪一個時間點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這件事有不只一條義務 —— 它有沒有只算了通報主管機關那一條就收工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兩條義務的對象不同，時限也各自獨立計算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共同行銷名單：「有同意」不等於「可以行銷」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18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26280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10328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10328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294376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294376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678424"/>
            <a:ext cx="255117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678424"/>
            <a:ext cx="2551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6062472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證券要對銀行客戶做跨售，送來一份名單，說「這些人都簽過共同行銷同意書」。同意書確實都在。但同意是有範圍的 —— 哪些資料可以共用、可以行銷什麼商品、可以給哪幾家子公司，是三件不同的事。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先把「同意」這件事的規則問清楚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這一步還不要上傳名單，先讓它去集團的資料裡找規則。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上傳名單，逐筆核對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上傳用/FIN6_跨售活動名單.csv 拖進對話框。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追問重疊與比例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這一步在檢查它有沒有把三個維度當成互斥的。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產出退件明細並通知承辦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這一步會真的寄出一封信，收件者從母資料夾的法遵窗口名冊查。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6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6_04b_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同意有三個維度要各自檢查，不是一個勾選格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「有勾選同意」的筆數與「可以行銷」的筆數差很多 —— 它有沒有把兩者分開講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有客戶同時觸犯兩項限制 —— 分類統計有沒有重複計算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4A4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新商品會簽技能：判準要以通路為軸，不是商品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956048"/>
            <a:ext cx="235000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956048"/>
            <a:ext cx="2350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技能評測 Skill Report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340096"/>
            <a:ext cx="2852928" cy="3291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340096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724144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724144"/>
            <a:ext cx="813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新商品送法遵會簽，每次要看的都是那五個檢查點。做成技能讓業務單位自己先跑一遍，法遵處就不用一直當人肉檢查表。但技能怎麼建，決定了它會不會漏 —— 業務單位以商品分類，法規卻是以通路分的。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26280" y="15179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197510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195681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先找出判準到底該掛在哪一條軸線上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32257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自訂技能只能在桌機或瀏覽器操作，行動裝置不支援。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4436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26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請它把技能建起來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29184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技能名稱只接受小寫英數與連字號；中文名會被自動轉成英文代號。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91363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9534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看技能評測報告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6110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技能建立或更新時，Cowork 會自動跑評測，不用另外要求。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88289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4A4A7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882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8646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拿真的送件資料實測一次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23036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先按左側的新工作開一個新的對話 —— 剛建好的技能要到新的工作裡才叫得到。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fin7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fin7_04b_ver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4A4A7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判準的軸線是通路，不是商品類別 —— 技能裡是怎麼組織的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數位通路有幾項是其他通路沒有的要求 —— 技能有沒有把它們涵蓋進去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技能名稱只能是小寫英數與連字號 —— 它有沒有處理掉這件事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123F6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把排程改成「只在有送審件時才寄信給我，沒有就不要打擾」，看它怎麼處理空結果。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1B5E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請它把投影片改成只給外勤業務員上的版本，看它會保留哪幾個重點、拿掉哪幾個。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5B3A7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請它把兩場會議的議程各自寫成一份 Word 會議通知，看它怎麼處理分場的說明措辭。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8A4B1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問它「如果合格資本下降 10%，會多出幾個超限的客戶集團」，看它怎麼做敏感度分析。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把觸發條件改成「Teams 頻道有人 @我並提到停機」，看設定觸發卡片的內容怎麼變。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0F6E6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問它「如果把活動商品換成定期存款，可行銷筆數會變成多少」，看它有沒有真的重跑範圍判定。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4A4A7A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金控總部 · 法遵風控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再送一份只走臨櫃、不走數位的商品進去，看技能會不會正確地不要求數位那幾項。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Effort：Light／Medium（預設）／High／Extra High／Max —— 越高越徹底，但較慢且耗用更多點數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25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從提問到交辦，標準你決定，執行交給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</dc:title>
  <dc:subject>PptxGenJS Presentation</dc:subject>
  <dc:creator>Andy Hung</dc:creator>
  <cp:lastModifiedBy>Andy Hung</cp:lastModifiedBy>
  <cp:revision>1</cp:revision>
  <dcterms:created xsi:type="dcterms:W3CDTF">2026-09-28T21:25:48Z</dcterms:created>
  <dcterms:modified xsi:type="dcterms:W3CDTF">2026-09-28T21:25:48Z</dcterms:modified>
</cp:coreProperties>
</file>