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個金融產業工作情境，看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金融產業版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範例檔下載後拖進對話，以及哪些情境會動到信箱與行事曆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投資展望、授信摘要、分行儀表板、可疑交易通報草擬、客戶月報技能，逐一拆解工作流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素材下載後拖進對話即可，不需事先放進 OneDrive · 準備時間 約 6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下載範例檔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每個情境的〈參考檔案〉區都有下載連結，點了就存到你的電腦。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Deep Research 很慢也很貴，示範前先試跑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有情境會用到 Deep Research。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信箱：它會建立草稿，不會擅自寄出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草擬信件。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Teams：先想好要貼到哪裡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有情境會請 Cowork 張貼 Teams 訊息。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產出會存到你的 OneDrive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產生的檔案會存進你自己的 OneDrive，也可以在對話右側的側邊欄直接預覽或下載。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技能資料夾：現場建立，不要先放進去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有情境會示範現場建立自訂技能。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要練的情境，它的參考檔案都已下載到你的電腦</a:t>
            </a:r>
            <a:endParaRPr lang="en-US" sz="10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清楚核准卡出現時要逐格檢查收件者，練習信不會寄給真實對象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已選好一個測試用的 Teams 頻道或與自己的聊天，不是真的工作頻道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962851" cy="91440"/>
          </a:xfrm>
          <a:prstGeom prst="rect">
            <a:avLst/>
          </a:prstGeom>
          <a:solidFill>
            <a:srgbClr val="0A7C4A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6" y="2194560"/>
            <a:ext cx="914400" cy="914400"/>
          </a:xfrm>
          <a:prstGeom prst="ellipse">
            <a:avLst/>
          </a:prstGeom>
          <a:solidFill>
            <a:srgbClr val="0A7C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474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財富管理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投資展望簡報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Research · PowerPoint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實測約 45–70 分鐘（視資料查證難度可能更久）· 用量費用較高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77251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77251" y="1828800"/>
            <a:ext cx="1962851" cy="9144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5" name="Shape 12"/>
          <p:cNvSpPr/>
          <p:nvPr/>
        </p:nvSpPr>
        <p:spPr>
          <a:xfrm>
            <a:off x="3401477" y="2194560"/>
            <a:ext cx="914400" cy="914400"/>
          </a:xfrm>
          <a:prstGeom prst="ellipse">
            <a:avLst/>
          </a:prstGeom>
          <a:solidFill>
            <a:srgbClr val="2B579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45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0403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授信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50403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授信案件摘要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50403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Teams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68691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10–12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14422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14422" y="1828800"/>
            <a:ext cx="1962851" cy="9144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21734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574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分行營運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187574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分行業績儀表板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87574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05862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8–10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★☆☆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51593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351593" y="1828800"/>
            <a:ext cx="1962851" cy="91440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31" name="Shape 26"/>
          <p:cNvSpPr/>
          <p:nvPr/>
        </p:nvSpPr>
        <p:spPr>
          <a:xfrm>
            <a:off x="7875819" y="2194560"/>
            <a:ext cx="914400" cy="914400"/>
          </a:xfrm>
          <a:prstGeom prst="ellipse">
            <a:avLst/>
          </a:prstGeom>
          <a:solidFill>
            <a:srgbClr val="B4551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87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4745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法遵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24745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可疑交易通報草擬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24745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Email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43033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10–12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88764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588764" y="1828800"/>
            <a:ext cx="1962851" cy="91440"/>
          </a:xfrm>
          <a:prstGeom prst="rect">
            <a:avLst/>
          </a:prstGeom>
          <a:solidFill>
            <a:srgbClr val="8A4DDB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12990" y="2194560"/>
            <a:ext cx="914400" cy="914400"/>
          </a:xfrm>
          <a:prstGeom prst="ellipse">
            <a:avLst/>
          </a:prstGeom>
          <a:solidFill>
            <a:srgbClr val="8A4DD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158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61916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自動化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661916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客戶月報技能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661916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680204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12–15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7C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A7C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財富管理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投資展望簡報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實測約 45–70 分鐘（視資料查證難度可能更久）· 用量費用較高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825496" cy="402336"/>
          </a:xfrm>
          <a:prstGeom prst="roundRect">
            <a:avLst>
              <a:gd name="adj" fmla="val 50000"/>
            </a:avLst>
          </a:prstGeom>
          <a:solidFill>
            <a:srgbClr val="8764B8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825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Deep Research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先把季度投資展望的大綱交給 Cowork，讓它用深度研究梳理總經、利率、股債與主要資產的市場脈絡，再接力生成一份 8 頁、可直接拿去做財管客戶溝通的簡報 —— 研究與簡報一次完成，但全程維持合規、安全、沒有任何「保證報酬」語氣。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7C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上傳大綱，明確要求「先研究、再做簡報」，並主動幫研究範圍瘦身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F1_投資展望簡報大綱.md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7C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觀察多技能接力：Deep Research → PowerPoint（這是最花時間的階段）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這一步不必再下指令。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A7C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驗收合規語氣與 8 頁投資敘事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打開產出的簡報，對照大綱逐頁檢查。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A7C4A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A7C4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這個情境本身只產出研究與簡報檔，沒有直接對外寄送，所以不會跳出行動審核卡；但它最重要的審核…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A7C4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fin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fin1_03_deck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A7C4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先執行 Deep Research，再由 PowerPoint 技能接手完成簡報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產出為 8 頁季度投資展望簡報，內容對應附件大綱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簡報用語維持合規安全，未出現保證報酬或過度確定陳述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B57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授信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授信案件摘要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10–12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把一份中小企業授信案件背景交給 Cowork，讓它依銀行授信邏輯自動整理成結構化授信建議摘要：借款人輪廓、申貸額度、三年財務判讀、主要風險與緩釋、以及建議條件 —— 先把零散資料變成可審閱的初稿。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B57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上傳案件背景並要求授信摘要格式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F2_授信案件背景_鴻運智慧科技.docx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B57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memo 是否把財務與風險講清楚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 Word memo，逐段對照下面四個檢查點。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B57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請它同步通知信用主管審閱，並核准後才發送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接著送出下面的提示詞，請它把 memo 重點改寫成一則 Teams 訊息，通知信用主管審閱。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B579A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2B579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起草授信摘要本身屬於內部文件初稿，不會觸發審核卡；但只要你進一步要求 Cowork 把重點「發送」給主管或其他同…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fin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fin2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2B579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產出的 Word 文件包含借款人概況、額度用途、三年財務、風險與緩釋、建議方案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財務內容不是逐字複製，而是整理成重點判讀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主要風險與對應緩釋條件有成對呈現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2173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分行營運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分行業績儀表板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8–10 分鐘 · 難度 ★☆☆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把分行 KPI 原始檔交給 Cowork，讓它自動整理各分行、各月份的業績儀表板：AUM 與手續費小計、財管滲透率、最佳／最弱標示與文字發現 —— 讓分行管理不只看流水帳，而是直接看出差距與機會。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173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上傳原始數據並指定儀表板指標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F3_分行業績原始數據_2026下半年.xlsx 上傳到聊天框，送出下面的提示詞。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173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看它把 KPI 轉成可管理的儀表板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這一步不必再下指令，觀察它建立彙總表與指標區的過程。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173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打開預覽，檢查分行／月份洞察是否成立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打開產出的 Excel 預覽。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17346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217346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這個情境只是在 Excel 中產生分析檔，沒有直接對外發送，因此不會跳審核卡。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fin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fin3_03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產出的 Excel 以分行與月份兩個維度整理 KPI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AUM、手續費與財管滲透率都有清楚呈現與格式化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最佳／最弱表現有明確標示，方便管理層快速掃描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B455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法遵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可疑交易通報草擬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10–12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097280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8308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把一份虛構的可疑交易案件背景交給 Cowork，請它整理成 Suspicious Activity Report（SAR）敘事草稿 —— 先把時間軸、異常模式、紅旗與研判理由寫清楚，再由法遵人員審閱定稿。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上傳案件背景並要求起草 SAR narrative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F4_可疑交易案件背景.md 上傳到聊天框，送出下面的提示詞。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審閱草稿，理解何時會觸發核准卡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 Word 中的 SAR 草稿。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551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請它轉成 Word/PDF 附件並寄給法遵主管審閱，核准後才發送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送出下面的提示詞，請它把草稿轉存成 Word 或 PDF 附件，並寄給法遵主管。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4551B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B4551B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起草 SAR 敘事屬於內部準備工作，不會觸發審核卡；但一旦你要求 Cowork 把文件「寄送」給法遵主管或其他同…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fin4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fin4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B4551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產出的文件把帳戶輪廓、時間軸、可疑模式與紅旗警示整理成清楚敘事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語氣維持客觀、事實導向，未加入無根據推測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你能清楚區分「起草文件」與「正式送出／提報」兩種不同風險層級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DD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D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自動化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客戶月報技能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把財管客戶的一個月接觸紀錄與持倉變化規則教給 Cowork，做成一個叫 client-monthly-report 的自訂技能：之後它可依你的說法，自動輸出「單檔 HTML 視覺月報」或「Outlook-ready HTML Email」—— 比純文字摘要更像真正能對客使用的成品。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D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先問清楚技能如何建立與命名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先不要急著建立技能。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D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Cowork 直接建立 client-monthly-report 技能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F5_SKILL.md 上傳到聊天框，送出下面的提示詞，請它直接建立技能。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開新工作階段，用一句話產出視覺 HTML 月報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開一個新的工作階段，上傳 F5_客戶接觸與持倉紀錄_原始.md，用下面這一句話觸發技能。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D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HTML 報表預覽，檢視真正的視覺成品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點開產出的 client-monthly-report.html 預覽。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DD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fin5_01_how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fin5_04_html_p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8A4DD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client-monthly-report 技能已建立，且規則包含格式判斷、過濾、遮罩與免責聲明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新工作階段能用一句話觸發技能，不必重述規則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技能可依措辭輸出視覺化單檔 HTML 月報或 Outlook-ready HTML Email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29384"/>
            <a:ext cx="438912" cy="438912"/>
          </a:xfrm>
          <a:prstGeom prst="ellipse">
            <a:avLst/>
          </a:prstGeom>
          <a:solidFill>
            <a:srgbClr val="0A7C4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70632"/>
            <a:ext cx="438912" cy="438912"/>
          </a:xfrm>
          <a:prstGeom prst="ellipse">
            <a:avLst/>
          </a:prstGeom>
          <a:solidFill>
            <a:srgbClr val="2B579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11880"/>
            <a:ext cx="438912" cy="438912"/>
          </a:xfrm>
          <a:prstGeom prst="ellipse">
            <a:avLst/>
          </a:prstGeom>
          <a:solidFill>
            <a:srgbClr val="21734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B4551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294376"/>
            <a:ext cx="438912" cy="438912"/>
          </a:xfrm>
          <a:prstGeom prst="ellipse">
            <a:avLst/>
          </a:prstGeom>
          <a:solidFill>
            <a:srgbClr val="8A4DD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3911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1819656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財富管理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6195" y="1819656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把研究對象改成你分行本季主推的資產主題，例如美元債、台股高股息或平衡型配置。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803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660904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57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授信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6195" y="2660904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把案件換成你手上的真實授信案（先去識別化），讓 Cowork 幫你做第一版摘要。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216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502152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734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分行營運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86195" y="3502152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換成你實際的分行或區域資料，讓 Cowork 先產出月會用的底稿。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343400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法遵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586195" y="4343400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把你常用的 SAR 結構或銀行內部模板段落告訴 Cowork，讓草稿更貼近實務格式。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0410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184648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4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自動化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86195" y="5184648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把這個技能進一步加上品牌色、分行署名與標準頁尾，做成你分行專屬版本。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金融產業</dc:title>
  <dc:subject>PptxGenJS Presentation</dc:subject>
  <dc:creator>Andy Hung</dc:creator>
  <cp:lastModifiedBy>Andy Hung</cp:lastModifiedBy>
  <cp:revision>1</cp:revision>
  <dcterms:created xsi:type="dcterms:W3CDTF">2026-09-10T16:44:09Z</dcterms:created>
  <dcterms:modified xsi:type="dcterms:W3CDTF">2026-09-10T16:44:09Z</dcterms:modified>
</cp:coreProperties>
</file>