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個金融產業工作情境，看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金融產業版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投資展望、授信摘要、分行儀表板、可疑交易通報草擬、客戶月報技能，逐一拆解工作流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PowerPoint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實測約 45–70 分鐘（視資料查證難度可能更久）· 用量費用較高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Teams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實測約 45–70 分鐘（視資料查證難度可能更久）· 用量費用較高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先把季度投資展望的大綱交給 Cowork，讓它用深度研究梳理總經、利率、股債與主要資產的市場脈絡，再接力生成一份 8 頁、可直接拿去做財管客戶溝通的簡報 —— 研究與簡報一次完成，但全程維持合規、安全、沒有任何「保證報酬」語氣。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上傳大綱，明確要求「先研究、再做簡報」，並主動幫研究範圍瘦身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上傳簡報大綱後，直接把工作拆法講清楚：先針對宏觀經濟、央行政策、股債與匯率主題做深度研究…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觀察多技能接力：Deep Research → PowerPoint（這是最花時間的階段）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送出後，Cowork 會先載入 Deep Research 技能，查找可驗證的總經與市場來源…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驗收合規語氣與 8 頁投資敘事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完成後檢查簡報是否真的符合財管對客口徑：封面、宏觀總覽、股市觀點、債市觀點、資產配置…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A7C4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A7C4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這個情境本身只產出研究與簡報檔，沒有直接對外寄送，所以不會跳出行動審核卡；但它最重要的審核…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1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先執行 Deep Research，再由 PowerPoint 技能接手完成簡報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產出為 8 頁季度投資展望簡報，內容對應附件大綱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簡報用語維持合規安全，未出現保證報酬或過度確定陳述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把一份中小企業授信案件背景交給 Cowork，讓它依銀行授信邏輯自動整理成結構化授信建議摘要：借款人輪廓、申貸額度、三年財務判讀、主要風險與緩釋、以及建議條件 —— 先把零散資料變成可審閱的初稿。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上傳案件背景並要求授信摘要格式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把案件背景 docx 上傳後，不要只說「幫我整理」；要直接指定銀行常見的授信摘要結構，例如借款人概況、額度用途…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memo 是否把財務與風險講清楚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完成後，重點不是看它寫得多長，而是看結構是否適合往上審：借款人與額度有沒有先說清楚…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請它同步通知信用主管審閱，並核准後才發送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摘要初稿只是第一步；真正要推進案件，還要通知主管審閱。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B579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B579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起草授信摘要本身屬於內部文件初稿，不會觸發審核卡；但只要你進一步要求 Cowork 把重點「發送」給主管或其他同…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Word 文件包含借款人概況、額度用途、三年財務、風險與緩釋、建議方案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財務內容不是逐字複製，而是整理成重點判讀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主要風險與對應緩釋條件有成對呈現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把分行 KPI 原始檔交給 Cowork，讓它自動整理各分行、各月份的業績儀表板：AUM 與手續費小計、財管滲透率、最佳／最弱標示與文字發現 —— 讓分行管理不只看流水帳，而是直接看出差距與機會。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上傳原始數據並指定儀表板指標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上傳時，直接說清楚你要怎麼看：以分行與月份做樞紐、AUM 與手續費要小計、財管滲透率要保留…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看它把 KPI 轉成可管理的儀表板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會先理解欄位結構，再建立彙總表、指標區與標示規則。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打開預覽，檢查分行／月份洞察是否成立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最後打開產出的 Excel 預覽，檢查它是否真的有分行與月份兩個視角、是否保留 KPI 關聯…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17346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17346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中產生分析檔，沒有直接對外發送，因此不會跳審核卡。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3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Excel 以分行與月份兩個維度整理 KPI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AUM、手續費與財管滲透率都有清楚呈現與格式化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最佳／最弱表現有明確標示，方便管理層快速掃描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把一份虛構的可疑交易案件背景交給 Cowork，請它整理成 Suspicious Activity Report（SAR）敘事草稿 —— 先把時間軸、異常模式、紅旗與研判理由寫清楚，再由法遵人員審閱定稿。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上傳案件背景並要求起草 SAR narrative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把案件背景 md 上傳後，請 Cowork 專注於「通報敘事」而不是法律結論：說明帳戶輪廓、異常交易的先後順序…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審閱草稿，理解何時會觸發核准卡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 Cowork 只是在 Word 中整理 SAR 草稿時，不涉及對外送出…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請它轉成 Word/PDF 附件並寄給法遵主管審閱，核准後才發送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SAR 草稿完成後，實務上通常要把文件轉成正式格式（Word 或 PDF）附加在郵件中，寄給法遵主管排定審閱。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4551B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4551B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 SAR 敘事屬於內部準備工作，不會觸發審核卡；但一旦你要求 Cowork 把文件「寄送」給法遵主管或其他同…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4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產出的文件把帳戶輪廓、時間軸、可疑模式與紅旗警示整理成清楚敘事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語氣維持客觀、事實導向，未加入無根據推測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你能清楚區分「起草文件」與「正式送出／提報」兩種不同風險層級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把財管客戶的一個月接觸紀錄與持倉變化規則教給 Cowork，做成一個叫 client-monthly-report 的自訂技能：之後它可依你的說法，自動輸出「單檔 HTML 視覺月報」或「Outlook-ready HTML Email」—— 比純文字摘要更像真正能對客使用的成品。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client-monthly-report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開新工作階段，用一句話產出視覺 HTML 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技能建立後，開一個新工作階段，上傳原始接觸與持倉紀錄，再用一句觸發語要求它做「客戶月報」或「email 版」。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報表預覽，檢視真正的視覺成品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client-monthly-report.html 預覽，你會看到深藍品牌色標頭、客戶資訊卡…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5_04_htm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client-monthly-report 技能已建立，且規則包含格式判斷、過濾、遮罩與免責聲明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技能可依措辭輸出視覺化單檔 HTML 月報或 Outlook-ready HTML Email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2B579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21734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把研究對象改成你分行本季主推的資產主題，例如美元債、台股高股息或平衡型配置。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把案件換成你手上的真實授信案（先去識別化），讓 Cowork 幫你做第一版摘要。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換成你實際的分行或區域資料，讓 Cowork 先產出月會用的底稿。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把你常用的 SAR 結構或銀行內部模板段落告訴 Cowork，讓草稿更貼近實務格式。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把這個技能進一步加上品牌色、分行署名與標準頁尾，做成你分行專屬版本。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金融產業</dc:title>
  <dc:subject>PptxGenJS Presentation</dc:subject>
  <dc:creator>Andy Hung</dc:creator>
  <cp:lastModifiedBy>Andy Hung</cp:lastModifiedBy>
  <cp:revision>1</cp:revision>
  <dcterms:created xsi:type="dcterms:W3CDTF">2026-08-19T06:13:40Z</dcterms:created>
  <dcterms:modified xsi:type="dcterms:W3CDTF">2026-08-19T06:13:40Z</dcterms:modified>
</cp:coreProperties>
</file>