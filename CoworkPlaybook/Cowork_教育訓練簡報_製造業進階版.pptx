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5" Type="http://schemas.openxmlformats.org/officeDocument/2006/relationships/image" Target="../media/image-21-4.png"/><Relationship Id="rId6" Type="http://schemas.openxmlformats.org/officeDocument/2006/relationships/image" Target="../media/image-21-5.png"/><Relationship Id="rId7" Type="http://schemas.openxmlformats.org/officeDocument/2006/relationships/image" Target="../media/image-2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5 個製造業（進階）工作情境，看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製造業進階版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737360" y="17007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21214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737360" y="26151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737360" y="30358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4930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737360" y="35295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737360" y="39502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素材課前放進 OneDrive 與信箱，讓 Cowork 自己去找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44074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737360" y="44439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737360" y="48646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進料異常端到端、停線事件觸發待命、每日 07:30 排程晨報、ISO 稽核前置盤點、停線判定自訂技能，五個「只有 Cowork 做得到」的工作流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53218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737360" y="53583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737360" y="57790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 D365、SAP、Fabric 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瀏覽器（預設停用，需管理員開啟＋Edge 150 以上）、ChatGPT Images 2.0 影像生成、品牌範本自動套用簡報、Plugins／MCP 連外部系統、排程與事件觸發任務。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BEFORE YOU START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素材課前先放進 OneDrive 的 文件/Cowork_Lab/製造業進階/，練習時 Cowork 自己去找 · 準備時間 約 10 分鐘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📁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43584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 OneDrive 資料夾，把四個情境的素材放進去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43584" y="21945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OneDrive 建立 文件/Cowork_Lab/製造業進階/，底下再開四個子資料夾：MFGX1_品保…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78728" y="1874520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8728" y="1874520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6443320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📇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82232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把聯絡窗口清單放在母層，信件才寄得出去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82232" y="21945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聯絡窗口清單.md 要放在 製造業進階 母資料夾，不要放進任何子資料夾 —— 放母層 Cowork 比較容易撈到。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2779776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779776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28346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📧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3584" y="282549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寄三封 MFGX1 的供應商來信給自己（觸發信先不要寄）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243584" y="3099816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 信箱_種入用/ 三封 MFGX1 來信的主旨與內文，用你自己的帳號分別寄給自己。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78728" y="2779776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8728" y="2779776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3" name="Text 21"/>
          <p:cNvSpPr/>
          <p:nvPr/>
        </p:nvSpPr>
        <p:spPr>
          <a:xfrm>
            <a:off x="6443320" y="28346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💬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82232" y="282549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建一個 Teams 頻道當作生產群組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82232" y="3099816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MFGX1 會把 CAR 摘要貼到品保頻道、MFGX2 的通報也會貼到同一處…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3685032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3685032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373989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243584" y="373075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行事曆放兩三個今天的會議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243584" y="4005072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MFGX3 晨報的第 3 段會去撈你今天的行事曆，所以放 2–3 個今天的會議（例如生產晨會…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78728" y="3685032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8728" y="3685032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3" name="Text 31"/>
          <p:cNvSpPr/>
          <p:nvPr/>
        </p:nvSpPr>
        <p:spPr>
          <a:xfrm>
            <a:off x="6443320" y="373989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🧩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82232" y="373075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技能資料夾先保持乾淨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82232" y="4005072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MFGX5 是現場建立技能的示範，所以不要先把 MFGX5_SKILL.md 放進 文件/Cowork/skil…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4590288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4590288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8" name="Text 36"/>
          <p:cNvSpPr/>
          <p:nvPr/>
        </p:nvSpPr>
        <p:spPr>
          <a:xfrm>
            <a:off x="804672" y="4645152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⏰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243584" y="4636008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自動化頁面先清乾淨，示範完也要收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243584" y="4910328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MFGX2（事件觸發）與 MFGX3（每日 07:30 排程）都會建立自動化任務…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532120"/>
            <a:ext cx="1091153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5532120"/>
            <a:ext cx="91440" cy="7498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0" y="56144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開課前最後檢查</a:t>
            </a:r>
            <a:endParaRPr lang="en-US" sz="1200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5641848"/>
            <a:ext cx="155448" cy="155448"/>
          </a:xfrm>
          <a:prstGeom prst="rect">
            <a:avLst/>
          </a:prstGeom>
        </p:spPr>
      </p:pic>
      <p:sp>
        <p:nvSpPr>
          <p:cNvPr id="45" name="Text 42"/>
          <p:cNvSpPr/>
          <p:nvPr/>
        </p:nvSpPr>
        <p:spPr>
          <a:xfrm>
            <a:off x="2999232" y="5586984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的「製造業進階」底下四個子資料夾都看得到，檔案打得開</a:t>
            </a:r>
            <a:endParaRPr lang="en-US" sz="10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585216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/>
          <p:nvPr/>
        </p:nvSpPr>
        <p:spPr>
          <a:xfrm>
            <a:off x="2999232" y="5797296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聯絡窗口清單.md 在「製造業進階」母層，不是在子資料夾裡</a:t>
            </a:r>
            <a:endParaRPr lang="en-US" sz="1050" dirty="0"/>
          </a:p>
        </p:txBody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6062472"/>
            <a:ext cx="155448" cy="155448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2999232" y="6007608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MFGX4 的稽核素材保持原樣沒有被整理過（散亂就是考題）</a:t>
            </a:r>
            <a:endParaRPr lang="en-US" sz="1050" dirty="0"/>
          </a:p>
        </p:txBody>
      </p:sp>
      <p:sp>
        <p:nvSpPr>
          <p:cNvPr id="50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962851" cy="91440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7" name="Shape 5"/>
          <p:cNvSpPr/>
          <p:nvPr/>
        </p:nvSpPr>
        <p:spPr>
          <a:xfrm>
            <a:off x="1164306" y="2194560"/>
            <a:ext cx="914400" cy="914400"/>
          </a:xfrm>
          <a:prstGeom prst="ellipse">
            <a:avLst/>
          </a:prstGeom>
          <a:solidFill>
            <a:srgbClr val="B1420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474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品保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進料異常端到端處理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 · OneDrive Search · Teams · Calendar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77251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77251" y="1828800"/>
            <a:ext cx="1962851" cy="91440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3401477" y="2194560"/>
            <a:ext cx="914400" cy="914400"/>
          </a:xfrm>
          <a:prstGeom prst="ellipse">
            <a:avLst/>
          </a:prstGeom>
          <a:solidFill>
            <a:srgbClr val="C50F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645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50403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應變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950403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停線通報自動待命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950403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 · Event Trigger · Outlook · Teams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968691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114422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14422" y="1828800"/>
            <a:ext cx="1962851" cy="91440"/>
          </a:xfrm>
          <a:prstGeom prst="rect">
            <a:avLst/>
          </a:prstGeom>
          <a:solidFill>
            <a:srgbClr val="0B6A0B"/>
          </a:solidFill>
          <a:ln/>
        </p:spPr>
      </p:sp>
      <p:sp>
        <p:nvSpPr>
          <p:cNvPr id="23" name="Shape 19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0B6A0B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187574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生產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187574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 07:30 生產晨報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187574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 · Scheduled Prompt · Excel · Calendar · Email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205862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10–15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351593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351593" y="1828800"/>
            <a:ext cx="1962851" cy="91440"/>
          </a:xfrm>
          <a:prstGeom prst="rect">
            <a:avLst/>
          </a:prstGeom>
          <a:solidFill>
            <a:srgbClr val="005B70"/>
          </a:solidFill>
          <a:ln/>
        </p:spPr>
      </p:sp>
      <p:sp>
        <p:nvSpPr>
          <p:cNvPr id="31" name="Shape 26"/>
          <p:cNvSpPr/>
          <p:nvPr/>
        </p:nvSpPr>
        <p:spPr>
          <a:xfrm>
            <a:off x="7875819" y="2194560"/>
            <a:ext cx="914400" cy="914400"/>
          </a:xfrm>
          <a:prstGeom prst="ellipse">
            <a:avLst/>
          </a:prstGeom>
          <a:solidFill>
            <a:srgbClr val="005B70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987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24745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稽核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424745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ISO 稽核前置盤點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7424745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· PDF · File Management · Email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43033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25–35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9588764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588764" y="1828800"/>
            <a:ext cx="1962851" cy="9144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9" name="Shape 33"/>
          <p:cNvSpPr/>
          <p:nvPr/>
        </p:nvSpPr>
        <p:spPr>
          <a:xfrm>
            <a:off x="10112990" y="2194560"/>
            <a:ext cx="914400" cy="91440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4158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661916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自訂技能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9661916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把停線判定做成專屬技能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9661916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 · Skill Report · Automation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9680204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20–30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B1420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品保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進料異常端到端處理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359152" y="4572000"/>
            <a:ext cx="32095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359152" y="4572000"/>
            <a:ext cx="32095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Search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6264A7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975104" y="507492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7" name="Text 14"/>
          <p:cNvSpPr/>
          <p:nvPr/>
        </p:nvSpPr>
        <p:spPr>
          <a:xfrm>
            <a:off x="1975104" y="5074920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Calendar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這個情境沒有附件。你只說一句「處理這週的進料異常」，Cowork 自己去信箱撈供應商來信、去 OneDrive 讀檢驗紀錄與 CAR 開立標準，判斷哪幾家該開矯正措施要求書，然後跨四個 App 實際動手：寄信給採購窗口、貼文到品保 Teams 頻道、排一場跨部門檢討會議。一次對話停下來三次等你核准。這是 Copilot Chat 做不到的地方 —— 它能幫你寫，但不會幫你送出去。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一句話下任務，不給附件、不指定檔案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不要上傳任何檔案，也不要指定檔案位置。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0906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090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0723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看它把三處證據湊齊 —— 並且成功排除那個干擾項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4381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不必再下指令。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389534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387705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第一張核准卡：寄給採購窗口 —— 查不到人時它停下來問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24281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第一張核准卡出現時先別急著按。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47000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47000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46817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第二張核准卡：貼到品保 Teams 頻道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0474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看第二張核准卡，把它要貼到 Teams 的內容和上一張寄給採購的信擺在一起比較。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526280" y="55046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26280" y="5504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166360" y="54864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第三張核准卡：排一場 30 分鐘的跨部門檢討會議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166360" y="58521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看第三張核准卡。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4526280" y="630936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526280" y="6309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600" dirty="0"/>
          </a:p>
        </p:txBody>
      </p:sp>
      <p:sp>
        <p:nvSpPr>
          <p:cNvPr id="42" name="Text 39"/>
          <p:cNvSpPr/>
          <p:nvPr/>
        </p:nvSpPr>
        <p:spPr>
          <a:xfrm>
            <a:off x="5166360" y="629107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驗收：一次對話、四個 App、三次核准，5/5 完成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5166360" y="665683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回頭展開完整的執行紀錄，把它這一趟究竟做了幾件事數一遍。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x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x1_06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沒有上傳任何附件，Cowork 完全靠自己撈信箱與 OneDrive 取得素材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鴻昇精密被判定符合條件 1 與條件 2，並列出所有佐證批號與各批不良率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台鋼金屬被判定符合條件 3（涉及法規），無論不良率高低一律開立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C50F1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應變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停線通報自動待命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282549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28254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Event Trigger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359152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6264A7"/>
          </a:solidFill>
          <a:ln/>
        </p:spPr>
      </p:sp>
      <p:sp>
        <p:nvSpPr>
          <p:cNvPr id="17" name="Text 14"/>
          <p:cNvSpPr/>
          <p:nvPr/>
        </p:nvSpPr>
        <p:spPr>
          <a:xfrm>
            <a:off x="2359152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前一個情境是你開口它才動。這一個連開口都不用 —— 建立一個事件觸發任務讓 Cowork 待命，之後只要有主旨含「停線」的信件進來，它自己醒來、讀 OneDrive 的分級 SOP 判斷 P1／P2／P3、回頭去信箱查這台設備最近的停線次數看要不要升級，然後草擬 Teams 通報與回信。「事件觸發」是 Copilot Chat 完全沒有的概念 —— Chat 永遠是你先說話。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建立事件觸發任務：這裡有個一定會踩到的限制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送出下面的提示詞建立事件觸發任務。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0906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090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0723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確認任務進入待命狀態 —— 這一步別跳過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4381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建立完成後，實際確認任務狀態是啟用中再往下做。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389534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387705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到自動化頁面看兩個觸發器並存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24281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打開自動化頁面，看它為中英文各建立的兩個觸發器並存。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47000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47000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46817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寄出觸發信，看它自己醒來 —— 而且自己回頭查歷史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0474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確認任務已待命後，這時才寄出觸發測試信，然後不要下任何指令，看它自己醒來。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526280" y="55046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26280" y="5504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166360" y="54864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讀草稿：六項全覆蓋，未知的寫「待確認」而不是編一個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166360" y="58521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打開它草擬的回信，逐項對照 SOP 要求的六項必含內容。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x2_01_trigger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x2_05_draft_repl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觸發條件因為 subject_contains 只吃單一字串，確實建立了中英文兩個觸發器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測試信是在任務進入待命狀態之後才寄出的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任務自己被觸發執行，執行紀錄可在自動化頁面查到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6A0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B6A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生產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 07:30 生產晨報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340156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34015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Scheduled Prompt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975104" y="507492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7" name="Text 14"/>
          <p:cNvSpPr/>
          <p:nvPr/>
        </p:nvSpPr>
        <p:spPr>
          <a:xfrm>
            <a:off x="1975104" y="5074920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Calendar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557784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57784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基礎版的晨報要你每天把日報拖進聊天框；這一版你一次都不用再開口。建立一個每天早上 07:30 自動執行的排程提示，資料由 Cowork 自己去 OneDrive 撈、今天有哪些會議自己去行事曆查，然後照你寫死的四段格式產出晨報寄給自己。規則寫一次，之後每天照同一套邏輯執行 —— 這正是「判斷標準寫下來」的複利。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6A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建立每天 07:30 的排程提示，把判讀規則指向文件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送出下面的提示詞建立每天 07:30 的排程提示。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6A0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先立即試跑一次，不要等到明天早上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不要等到明天早上。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6A0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驗收晨報：兩條跨日規則都命中，還多抓到一條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打開試跑產出的晨報，逐段驗收四個段落。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B6A0B">
                <a:alpha val="6500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B6A0B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排程任務每天固定時間醒來，但它不會每天默默寄信出去 —— 寄送同樣要核准。</a:t>
            </a:r>
            <a:endParaRPr lang="en-US" sz="1250" dirty="0"/>
          </a:p>
        </p:txBody>
      </p:sp>
      <p:sp>
        <p:nvSpPr>
          <p:cNvPr id="38" name="Text 3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B6A0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x3_01_schedule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x3_03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B6A0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排程提示指向 OneDrive 的規則文件，而不是把四條警訊規則抄進提示裡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建立後立刻手動試跑一次，沒有等到隔天才驗收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 產線因達成率、稼動率與「連續 2 天低於 97%」被列入第二段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5B7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05B7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稽核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ISO 稽核前置盤點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25–35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551176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3" name="Text 10"/>
          <p:cNvSpPr/>
          <p:nvPr/>
        </p:nvSpPr>
        <p:spPr>
          <a:xfrm>
            <a:off x="2551176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32095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32095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File Management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557784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557784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這是全手冊最接近「真正把事情做完」的一個情境。給 Cowork 一個刻意散亂的資料夾 —— 命名混亂、版本重複、日期過期的 11 份 SOP 與證書 —— 讓它自己逐份讀完、逐條比對檢核表、建立稽核資料夾、把合格文件重新歸檔，再產出缺口清單並依負責人分組分別寄信。這是長任務自主執行，中途你可以介入，而且會看到 Approve All 這種批次核准的實際樣子。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B7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下任務後第一張核准卡：存取 OneDrive 的檔案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0906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B7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090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0723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Approve All：長任務不會每一步都問你一次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4381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長任務跑起來之後，注意核准卡的形式和前面幾個情境不一樣。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389534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B7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387705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中途觀察：它撞牆之後自己換方法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24281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中途展開工作區，看它遇到失敗的時候怎麼處理。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47000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B7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47000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46817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缺口清單：10 項全中埋好的考點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0474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打開它產出的缺口清單，逐項核對。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526280" y="55046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B7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26280" y="5504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166360" y="54864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 OneDrive 看實際結果 —— 資料夾真的被整理過了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166360" y="58521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實際打開 OneDrive 看資料夾結構，再打開缺口通知信檢查收件者有沒有依負責人分組。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05B70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x4_01_graph_appro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x4_05_onedrive_archi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05B70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份素材全部被讀取，包含 5 份 PDF，沒有因為格式而略過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沖壓站 v2 與 v3 草稿同編號並存被判為文件管制不符合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份下次審查日已過期的 SOP 被列入缺口清單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自訂技能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把停線判定做成專屬技能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20–30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2633472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 Report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前面四個情境每一次都要重講一次規則。這一個把規則本身變成資產：把 MFGX2 的停線分級邏輯寫成自訂技能，讓它成為每次開新工作階段都會自動載入的能力，再回頭掛到 MFGX2 的觸發任務上。而這個情境最有價值的部分不是技能本身，是那份官方自動評測報告 —— 我們在實測中發現了一件會直接影響你評分的事，中文技能作者尤其要看。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現場把 SOP 寫成技能 —— 別忘了那張「複製檔案」核准卡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送出下面的提示詞，把 MFGX2 的 SOP 現場寫成技能。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讀技能報告 —— 初評只有 79 分，問題出在你想不到的地方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技能建立後，打開它自動回傳的技能報告，把整份讀完再往下。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真正的發現：評分器讀的是英文關鍵字，純中文的防護條款會被漏掉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不要接受這個分數就算了。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掛回 MFGX2 的觸發任務，然後把自動化收乾淨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送出下面的提示詞，把 MFGX2 的觸發任務改掛這個技能，並列出所有自動化準備收尾。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x5_01_copyfile_appro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x_99_automations_paus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SKILL.md 有 YAML frontmatter，且 name 與 description 兩個欄位都存在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description 裡有明確的觸發語句，中英文觸發詞都涵蓋到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技能寫進了反向 scope 邊界（明確說明哪些情況不處理）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29384"/>
            <a:ext cx="438912" cy="438912"/>
          </a:xfrm>
          <a:prstGeom prst="ellipse">
            <a:avLst/>
          </a:prstGeom>
          <a:solidFill>
            <a:srgbClr val="B1420A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24328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70632"/>
            <a:ext cx="438912" cy="438912"/>
          </a:xfrm>
          <a:prstGeom prst="ellipse">
            <a:avLst/>
          </a:prstGeom>
          <a:solidFill>
            <a:srgbClr val="C50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465576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611880"/>
            <a:ext cx="438912" cy="438912"/>
          </a:xfrm>
          <a:prstGeom prst="ellipse">
            <a:avLst/>
          </a:prstGeom>
          <a:solidFill>
            <a:srgbClr val="0B6A0B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4306824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4453128"/>
            <a:ext cx="438912" cy="438912"/>
          </a:xfrm>
          <a:prstGeom prst="ellipse">
            <a:avLst/>
          </a:prstGeom>
          <a:solidFill>
            <a:srgbClr val="005B70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5148072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5294376"/>
            <a:ext cx="438912" cy="438912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39112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17320" y="1819656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品保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86195" y="1819656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把「該通知誰」也寫進 OneDrive 的標準文件，讓窗口異動時只要改文件、不必改指令。</a:t>
            </a:r>
            <a:endParaRPr lang="en-US" sz="13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880360"/>
            <a:ext cx="219456" cy="21945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417320" y="2660904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應變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586195" y="2660904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把觸發關鍵字換成你們實際的事故通報主旨前綴，例如「[異常通報]」。</a:t>
            </a:r>
            <a:endParaRPr lang="en-US" sz="13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3721608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17320" y="3502152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生產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86195" y="3502152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把警訊門檻改成你們自己的 KPI 標準，只改 OneDrive 的規則文件、不動排程任務。</a:t>
            </a:r>
            <a:endParaRPr lang="en-US" sz="13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562856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17320" y="4343400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稽核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3586195" y="4343400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把檢核表換成你們實際的內稽查檢核表，測試同一套流程能不能直接沿用。</a:t>
            </a:r>
            <a:endParaRPr lang="en-US" sz="135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5404104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17320" y="5184648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自訂技能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586195" y="5184648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 MFGX1 的 CAR 開立判定也做成技能，讓品保與生產各有一套可分享的標準。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開始前請確認：每位使用者一張 M365 Copilot 授權、管理員已啟用用量計費（Copilot Credits，未啟用則無法存取）、租戶位於 Anthropic 支援地區；可在 Web/桌面/行動/Outlook/Teams 使用（本機瀏覽器工作僅限網頁版＋Edge 150 以上，且預設停用需管理員開啟）。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Sol／Terra、Opus 5、Sonnet 5、Fable 5（預覽・預設關閉）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製造業（進階）</dc:title>
  <dc:subject>PptxGenJS Presentation</dc:subject>
  <dc:creator>Andy Hung</dc:creator>
  <cp:lastModifiedBy>Andy Hung</cp:lastModifiedBy>
  <cp:revision>1</cp:revision>
  <dcterms:created xsi:type="dcterms:W3CDTF">2026-08-31T16:24:59Z</dcterms:created>
  <dcterms:modified xsi:type="dcterms:W3CDTF">2026-08-31T16:24:59Z</dcterms:modified>
</cp:coreProperties>
</file>