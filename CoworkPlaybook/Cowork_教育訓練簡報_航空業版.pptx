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個航空業工作情境，看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航空業版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班機取消旅客安置排序、組員飛時四維度檢查、機坪事件 @提及觸發、季度航線績效簡報、安全判定技能，五個「只有 Cowork 做得到」的工作流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班機取消旅客安置優先序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Excel · OneDrive 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0F7BA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組員飛時限制四維度檢查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Automation · Analysis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機坪事件：Teams 被提及自動接手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Teams · Outlook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C8952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季度航線績效檢討簡報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 · Excel · 品牌範本 Brand Template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把安全判定寫成有紅線的技能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班機取消旅客安置優先序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班機取消，八位旅客要安置。這不是「該不該處理」的排除題，而是**「先處理誰」的排序題**。而排序最容易錯的地方，是把會員等級當成第一判準 —— 鑽石卡但沒有後續行程的旅客，時間壓力其實最低；經濟艙的單獨旅行孩童，照護責任卻最高。這個情境測的就是：它會不會被「VIP」兩個字帶著走。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要求它寫出「依據哪一條」，不要只給結論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提示詞刻意要求「逐位旅客判定安置分級**並寫出所依據的條件**」。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四個最容易判錯的地方，它全部避開了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實測八位分級全對，其中四位是刻意設計的陷阱。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八封草稿，以及它不肯代填的兩件事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八封通知都存成草稿，主旨以「【草稿｜待核准】」開頭，方便你在草稿匣一眼認出。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2A47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E2A47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八封通知都停在草稿匣，沒有任何一封被寄出。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1_01_ti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八位旅客都有分級，且每位都寫出所依據的條件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鑽石卡但終點站抵達者被判為 Tier 4，未因會員等級提前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經濟艙的單獨旅行孩童被判為 Tier 1，未因艙等降級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7BA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組員飛時限制四維度檢查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飛時限制不是一條線，是四條各自獨立的線：月累計、近七日滾動、兩段執勤間休息、單日執勤時數。任一條超限就是違規。難的地方在於**它們會互相掩護** —— 月累計最高的人可能完全合規，月累計最低的人反而因為近七日過度集中而超標，而所有時數都漂亮的人可能因為紅眼航班後接早班，休息差了三十分鐘。再加一層：**目前合規不等於安全**，還要看月底會不會超標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要求四個維度分開列，並且做前瞻預測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提示詞有兩個關鍵要求。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四個維度、三種違規、各中一人，而且互不重疊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實測結果值得逐條看，因為每一條都在示範一種不同的誤判。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第四個維度它說「無法檢查」，而不是「合規」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這一點是整個情境最值得帶走的。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F7BAF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F7BAF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這個情境的產出是一份內部檢查報告，不會直接對外，因此不會出現核准卡。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2_01_ftl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四個維度的結果分開呈現，未混成一份清單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每筆違規都寫明實際值、上限與超出多少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月累計安全但近七日超標者有被抓出來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機坪事件：Teams 被提及自動接手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75104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7" name="Text 14"/>
          <p:cNvSpPr/>
          <p:nvPr/>
        </p:nvSpPr>
        <p:spPr>
          <a:xfrm>
            <a:off x="1975104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前面的觸發任務都是收信啟動，這一個換了觸發源：**在 Teams 被 @提及**。而事件本身是全教材最容易判錯的一個 —— 通報寫著「輕微擦撞、無人受傷」，聽起來可以當場結案，但只要航機有實體損傷，最低就是應通報主管機關的等級。更關鍵的是：**這件事真正的嚴重性，不在這則訊息裡** —— 要回頭查同一架飛機近九十天的紀錄才看得出來。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@提及觸發任務：它必須綁定一個特定頻道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這一步會遇到一個**設計上必須先知道的限制**：Teams 的 @提及觸發**無法整個 Teams 全域監看…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確認觸發器綁定的是頻道訊息，並進入待命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觸發器建立後，設定卡會顯示觸發類型是「Teams 頻道訊息送達」…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判定：C 級不是 D 級，而且要升到 B 級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這是本情境的核心，判定分兩段，兩個陷阱都避開了。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B1420A">
                <a:alpha val="6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B1420A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通報信停在草稿、Teams 回覆也只是顯示全文等你確認，沒有任何一則被自動送出。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3_01_scope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air3_03_class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觸發器綁定在指定的 Teams 頻道上，並確認進入待命狀態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測試訊息由真人在 Teams 手動輸入並用 @ 真正提及自己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基礎分級為 C 級，未因「無人受傷／描述輕微」而降為 D 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895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季度航線績效檢討簡報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品牌範本 Brand Template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前面所有情境的產出都是文字、信件或分析報告；這一個**真的生出一份簡報**，而且套用公司品牌範本 —— 主題色、字型、Logo、版面配置全部繼承，Cowork 只改寫文字內容，不動設計。至於分析本身，這個情境要示範一件反直覺的事：**營收最高的航線，往往不是最賺錢的那條。**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品牌範本要放 OneDrive 根目錄，這一步最常出錯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這是本情境唯一需要事前確認的環境設定：**個人品牌範本的 .potx 只能放 OneDrive 的根目錄…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三個結論，每一個都和直覺相反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實測的分析結果值得逐條看。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檢查簡報：範本有沒有真的套上、示範頁有沒有清掉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請實際打開 OneDrive 裡的簡報檔，不要只看對話裡的摘要。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8952B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8952B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產出簡報並存入 OneDrive 屬於內部產出，不會觸發核准卡；只有後續要寄出或排會議時才進入核准流程。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4_01_deck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簡報確實套用品牌範本，主題色、字型與母片識別都有繼承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範本原有的示範頁已被移除，最終頁數符合規則要求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第四頁並列營收排行與獲利排行，並說明兩者為何不同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把安全判定寫成有紅線的技能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AIR3 的機坪安全判定寫成自訂技能。但安全領域的技能和一般技能有個根本差異：一般技能出錯只是產出品質不好，安全技能出錯是**把應該通報的事件當場結案**。所以這個情境的重點不在觸發詞寫得漂不漂亮，而在**防護欄夠不夠硬** —— 哪些情況下它必須拒絕自己下判斷、把事情交回給人。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把「不准自己決定」的四種情況寫進提示詞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這個提示詞和 TEL5 的差別在重心。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它自己補了一條紅線：查不到不等於沒有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實測拿到 **89 分（Excellent）**，四條紅線都完整寫入。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scope 邊界要指名接手，不能只寫「不處理」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這個技能的 scope 邊界寫得很完整，值得對照學習：飛航中事件…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C2E91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C2E91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建立技能會跳出「複製檔案」核准卡，沒按核准技能就不會發布 —— 這一點和 TEL5 相同。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5_01_safety_red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 有 YAML frontmatter，name 與 description 兩個欄位都存在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「航機有損傷一律 C 級起跳、不得降判」有明確寫進技能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「必查同機尾號近 90 天，即使 0 件也要寫出」有明確寫進技能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0F7BA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B1420A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C895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把原則裡的四級改成你們自己的旅客照護分級，測試同一套流程。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把上限值改成你們適用的法規或公司政策，只改規則文件。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把分級標準換成你們的地安事件分級表，測試同一套流程。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換成你們公司的 .potx 品牌範本，確認品牌元素有正確繼承。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故意提供一則沒有機尾號的事件，確認它真的會停下來要求補件。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航空業</dc:title>
  <dc:subject>PptxGenJS Presentation</dc:subject>
  <dc:creator>Andy Hung</dc:creator>
  <cp:lastModifiedBy>Andy Hung</cp:lastModifiedBy>
  <cp:revision>1</cp:revision>
  <dcterms:created xsi:type="dcterms:W3CDTF">2026-08-27T19:35:04Z</dcterms:created>
  <dcterms:modified xsi:type="dcterms:W3CDTF">2026-08-27T19:35:04Z</dcterms:modified>
</cp:coreProperties>
</file>