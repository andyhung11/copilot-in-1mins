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ndyhung11.github.io/Copilot-in-1mins/CoworkPlaybook/" TargetMode="External"/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5" Type="http://schemas.openxmlformats.org/officeDocument/2006/relationships/image" Target="../media/image-21-4.png"/><Relationship Id="rId6" Type="http://schemas.openxmlformats.org/officeDocument/2006/relationships/image" Target="../media/image-21-5.png"/><Relationship Id="rId7" Type="http://schemas.openxmlformats.org/officeDocument/2006/relationships/image" Target="../media/image-2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5 個航空業工作情境，看 Copilot 如何跨 App 多步執行，並在中高風險動作前顯示風險等級、等你核准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航空業版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737360" y="17007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737360" y="21214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5786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737360" y="26151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737360" y="30358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34930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737360" y="35295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練習環境準備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737360" y="39502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素材課前放進 OneDrive 與信箱，讓 Cowork 自己去找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44074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737360" y="44439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737360" y="48646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班機取消旅客安置排序、組員飛時四維度檢查、機坪事件 @提及觸發、季度航線績效簡報、安全判定技能，五個「只有 Cowork 做得到」的工作流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53218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1737360" y="53583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737360" y="57790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1945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6616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589520" y="2194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6517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51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速度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66160" y="2651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秒～分鐘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589520" y="2651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分鐘～數小時（自主執行）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1089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108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任務複雜度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56616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單步驟、單一工作階段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589520" y="3108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跨任務與來源的多步驟工作流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566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56616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589520" y="3566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56616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589520" y="40233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13 個內建技能與自訂技能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4805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80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56616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89520" y="4480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937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自動啟動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566160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每次都要你開啟並下指令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589520" y="4937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排程提示／事件觸發：收信或被 @提及時自動執行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394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外部系統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566160" y="5394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接地於 M365 資料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7589520" y="5394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可透過 Plugins／MCP 連 D365、SAP、Fabric 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852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566160" y="5852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589520" y="5852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4086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34086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右側面板同時呈現進度、輸入檔、輸出檔、已載入技能、排程與已核准權限，過程透明可追。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62686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again；多筆待審可「Approve All」。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62686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 Edge 瀏覽器（預設停用，需管理員開啟＋Edge 150 以上）、ChatGPT Images 2.0 影像生成、品牌範本自動套用簡報、Plugins／MCP 連外部系統、排程與事件觸發任務。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BEFORE YOU START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練習環境準備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素材課前先放進 OneDrive 的 文件/Cowork_Lab/航空業/，練習時 Cowork 自己去找 · 準備時間 約 12 分鐘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874520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📁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43584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 OneDrive 資料夾，把四個情境的素材放進去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43584" y="21945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OneDrive 建立 文件/Cowork_Lab/航空業/，底下再開四個子資料夾：AIR1_航班異常…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78728" y="1874520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8728" y="1874520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3" name="Text 11"/>
          <p:cNvSpPr/>
          <p:nvPr/>
        </p:nvSpPr>
        <p:spPr>
          <a:xfrm>
            <a:off x="6443320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📇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82232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把聯絡窗口清單放在母層，信件才寄得出去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82232" y="21945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聯絡窗口清單.md 要放在 航空業 母資料夾，不要放進任何子資料夾 —— 放母層 Cowork 比較容易撈到。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2779776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2779776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283464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🎨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43584" y="2825496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品牌範本必須放 OneDrive 根目錄（AIR4 專用，最容易出錯）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243584" y="3099816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華翔航空_簡報範本.potx 必須放在 OneDrive 的根目錄…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78728" y="2779776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8728" y="2779776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3" name="Text 21"/>
          <p:cNvSpPr/>
          <p:nvPr/>
        </p:nvSpPr>
        <p:spPr>
          <a:xfrm>
            <a:off x="6443320" y="283464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📧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82232" y="2825496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寄一封 AIR1 的航班取消通知給自己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882232" y="3099816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 AIR1_航班取消通知.md 的主旨與內文，用你自己的帳號寄一封給自己。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3685032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3685032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373989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💬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243584" y="3730752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課前先建好「機坪安全通報」頻道（AIR3 專用，名稱要一字不差）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243584" y="4005072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AIR3 的觸發源不是 Email，是 Teams @提及，這一節三件事任一沒做到，現場就會卡住。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78728" y="3685032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78728" y="3685032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3" name="Text 31"/>
          <p:cNvSpPr/>
          <p:nvPr/>
        </p:nvSpPr>
        <p:spPr>
          <a:xfrm>
            <a:off x="6443320" y="373989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📅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882232" y="3730752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行事曆留些空檔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882232" y="4005072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AIR1 會排跨部門處理會議、AIR4 會排季度檢討會議，本週保留一些空檔即可。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4590288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4590288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8" name="Text 36"/>
          <p:cNvSpPr/>
          <p:nvPr/>
        </p:nvSpPr>
        <p:spPr>
          <a:xfrm>
            <a:off x="804672" y="4645152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🧩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243584" y="4636008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技能資料夾先保持乾淨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1243584" y="4910328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AIR5 是現場建立技能的示範，所以不要先把 AIR5_SKILL.md 放進 文件/Cowork/skills…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78728" y="4590288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78728" y="4590288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3" name="Text 41"/>
          <p:cNvSpPr/>
          <p:nvPr/>
        </p:nvSpPr>
        <p:spPr>
          <a:xfrm>
            <a:off x="6443320" y="4645152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⏰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882232" y="4636008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自動化頁面先清乾淨，示範完也要收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882232" y="4910328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AIR3 會建立事件觸發任務，開始前請先確認自動化頁面沒有殘留的舊任務，避免互相干擾。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40080" y="5532120"/>
            <a:ext cx="10911535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0080" y="5532120"/>
            <a:ext cx="91440" cy="74980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8" name="Text 46"/>
          <p:cNvSpPr/>
          <p:nvPr/>
        </p:nvSpPr>
        <p:spPr>
          <a:xfrm>
            <a:off x="914400" y="561441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開課前最後檢查</a:t>
            </a:r>
            <a:endParaRPr lang="en-US" sz="1200" dirty="0"/>
          </a:p>
        </p:txBody>
      </p:sp>
      <p:pic>
        <p:nvPicPr>
          <p:cNvPr id="4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5641848"/>
            <a:ext cx="155448" cy="155448"/>
          </a:xfrm>
          <a:prstGeom prst="rect">
            <a:avLst/>
          </a:prstGeom>
        </p:spPr>
      </p:pic>
      <p:sp>
        <p:nvSpPr>
          <p:cNvPr id="50" name="Text 47"/>
          <p:cNvSpPr/>
          <p:nvPr/>
        </p:nvSpPr>
        <p:spPr>
          <a:xfrm>
            <a:off x="2999232" y="5586984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的「航空業」底下四個子資料夾都看得到，檔案打得開</a:t>
            </a:r>
            <a:endParaRPr lang="en-US" sz="1050" dirty="0"/>
          </a:p>
        </p:txBody>
      </p:sp>
      <p:pic>
        <p:nvPicPr>
          <p:cNvPr id="5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5852160"/>
            <a:ext cx="155448" cy="155448"/>
          </a:xfrm>
          <a:prstGeom prst="rect">
            <a:avLst/>
          </a:prstGeom>
        </p:spPr>
      </p:pic>
      <p:sp>
        <p:nvSpPr>
          <p:cNvPr id="52" name="Text 48"/>
          <p:cNvSpPr/>
          <p:nvPr/>
        </p:nvSpPr>
        <p:spPr>
          <a:xfrm>
            <a:off x="2999232" y="5797296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聯絡窗口清單.md 在「航空業」母層，不是在子資料夾裡</a:t>
            </a:r>
            <a:endParaRPr lang="en-US" sz="1050" dirty="0"/>
          </a:p>
        </p:txBody>
      </p:sp>
      <p:pic>
        <p:nvPicPr>
          <p:cNvPr id="5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6062472"/>
            <a:ext cx="155448" cy="155448"/>
          </a:xfrm>
          <a:prstGeom prst="rect">
            <a:avLst/>
          </a:prstGeom>
        </p:spPr>
      </p:pic>
      <p:sp>
        <p:nvSpPr>
          <p:cNvPr id="54" name="Text 49"/>
          <p:cNvSpPr/>
          <p:nvPr/>
        </p:nvSpPr>
        <p:spPr>
          <a:xfrm>
            <a:off x="2999232" y="6007608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華翔航空_簡報範本.potx 在 OneDrive 根目錄，不是在子資料夾裡</a:t>
            </a:r>
            <a:endParaRPr lang="en-US" sz="1050" dirty="0"/>
          </a:p>
        </p:txBody>
      </p:sp>
      <p:sp>
        <p:nvSpPr>
          <p:cNvPr id="55" name="Text 5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56" name="Text 5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962851" cy="9144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7" name="Shape 5"/>
          <p:cNvSpPr/>
          <p:nvPr/>
        </p:nvSpPr>
        <p:spPr>
          <a:xfrm>
            <a:off x="1164306" y="2194560"/>
            <a:ext cx="914400" cy="914400"/>
          </a:xfrm>
          <a:prstGeom prst="ellipse">
            <a:avLst/>
          </a:prstGeom>
          <a:solidFill>
            <a:srgbClr val="0E2A47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5474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13232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聯管中心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13232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班機取消旅客安置優先序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13232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 · Excel · OneDrive Search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15–20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877251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877251" y="1828800"/>
            <a:ext cx="1962851" cy="91440"/>
          </a:xfrm>
          <a:prstGeom prst="rect">
            <a:avLst/>
          </a:prstGeom>
          <a:solidFill>
            <a:srgbClr val="0F7BAF"/>
          </a:solidFill>
          <a:ln/>
        </p:spPr>
      </p:sp>
      <p:sp>
        <p:nvSpPr>
          <p:cNvPr id="15" name="Shape 12"/>
          <p:cNvSpPr/>
          <p:nvPr/>
        </p:nvSpPr>
        <p:spPr>
          <a:xfrm>
            <a:off x="3401477" y="2194560"/>
            <a:ext cx="914400" cy="914400"/>
          </a:xfrm>
          <a:prstGeom prst="ellipse">
            <a:avLst/>
          </a:prstGeom>
          <a:solidFill>
            <a:srgbClr val="0F7BA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645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950403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B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組員派遣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950403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組員飛時限制四維度檢查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2950403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Automation · Analysis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968691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10–15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114422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114422" y="1828800"/>
            <a:ext cx="1962851" cy="91440"/>
          </a:xfrm>
          <a:prstGeom prst="rect">
            <a:avLst/>
          </a:prstGeom>
          <a:solidFill>
            <a:srgbClr val="B1420A"/>
          </a:solidFill>
          <a:ln/>
        </p:spPr>
      </p:sp>
      <p:sp>
        <p:nvSpPr>
          <p:cNvPr id="23" name="Shape 19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B1420A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9816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187574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機坪安全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5187574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機坪事件：Teams 被提及自動接手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5187574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Automation · Event Trigger · Teams · Outlook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205862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20–25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7351593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351593" y="1828800"/>
            <a:ext cx="1962851" cy="91440"/>
          </a:xfrm>
          <a:prstGeom prst="rect">
            <a:avLst/>
          </a:prstGeom>
          <a:solidFill>
            <a:srgbClr val="C8952B"/>
          </a:solidFill>
          <a:ln/>
        </p:spPr>
      </p:sp>
      <p:sp>
        <p:nvSpPr>
          <p:cNvPr id="31" name="Shape 26"/>
          <p:cNvSpPr/>
          <p:nvPr/>
        </p:nvSpPr>
        <p:spPr>
          <a:xfrm>
            <a:off x="7875819" y="2194560"/>
            <a:ext cx="914400" cy="914400"/>
          </a:xfrm>
          <a:prstGeom prst="ellipse">
            <a:avLst/>
          </a:prstGeom>
          <a:solidFill>
            <a:srgbClr val="C8952B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6987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424745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895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航線規劃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424745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季度航線績效檢討簡報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7424745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PowerPoint · Excel · 品牌範本 Brand Template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7443033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20–30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9588764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588764" y="1828800"/>
            <a:ext cx="1962851" cy="9144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39" name="Shape 33"/>
          <p:cNvSpPr/>
          <p:nvPr/>
        </p:nvSpPr>
        <p:spPr>
          <a:xfrm>
            <a:off x="10112990" y="2194560"/>
            <a:ext cx="914400" cy="914400"/>
          </a:xfrm>
          <a:prstGeom prst="ellipse">
            <a:avLst/>
          </a:prstGeom>
          <a:solidFill>
            <a:srgbClr val="5C2E91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4158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661916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自訂技能</a:t>
            </a:r>
            <a:endParaRPr lang="en-US" sz="1150" dirty="0"/>
          </a:p>
        </p:txBody>
      </p:sp>
      <p:sp>
        <p:nvSpPr>
          <p:cNvPr id="42" name="Text 35"/>
          <p:cNvSpPr/>
          <p:nvPr/>
        </p:nvSpPr>
        <p:spPr>
          <a:xfrm>
            <a:off x="9661916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把安全判定寫成有紅線的技能</a:t>
            </a:r>
            <a:endParaRPr lang="en-US" sz="1500" dirty="0"/>
          </a:p>
        </p:txBody>
      </p:sp>
      <p:sp>
        <p:nvSpPr>
          <p:cNvPr id="43" name="Text 36"/>
          <p:cNvSpPr/>
          <p:nvPr/>
        </p:nvSpPr>
        <p:spPr>
          <a:xfrm>
            <a:off x="9661916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 · Skill Report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9680204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15–20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45" name="Text 3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E2A4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聯管中心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班機取消旅客安置優先序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15–20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673352" cy="402336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673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359152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2359152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320954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32095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Search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班機取消，八位旅客要安置。這不是「該不該處理」的排除題，而是「先處理誰」的排序題。而排序最容易錯的地方，是把會員等級當成第一判準 —— 鑽石卡但沒有後續行程的旅客，時間壓力其實最低；經濟艙的單獨旅行孩童，照護責任卻最高。這個情境測的就是：它會不會被「VIP」兩個字帶著走。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2A4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要求它寫出「依據哪一條」，不要只給結論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這個情境不要上傳任何檔案。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09067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2A4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090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07238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四個最容易判錯的地方，它全部避開了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43814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等它跑完分級，把八位旅客的判定結果逐位對照下面的說明。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389534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2A4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38953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387705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八封草稿：它從母資料夾自己找出了收件窗口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24281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展開右側工作區，看它讀了哪些檔案，再到 Outlook 草稿匣打開那八封通知。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470001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2A4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47000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468172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核准送出：批次卡按一次不一定全部送完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04748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逐封檢查草稿後按下核准，讓它把八封通知送出。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4526280" y="550468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2A4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526280" y="5504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5166360" y="548640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打開寄出的信：UM 那封確實寫給監護人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5166360" y="585216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 Outlook 的寄件備份，實際打開幾封已經寄出的信。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air1_01_ti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air1_04_sent_email_u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八位旅客都有分級，且每位都寫出所依據的條件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鑽石卡但終點站抵達者被判為 Tier 4，未因會員等級提前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經濟艙的單獨旅行孩童被判為 Tier 1，未因艙等降級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7BAF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F7B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F7BA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組員派遣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組員飛時限制四維度檢查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10–15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86537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Analysis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飛時限制不是一條線，是四條各自獨立的線：月累計、近七日滾動、兩段執勤間休息、單日執勤時數。任一條超限就是違規。難的地方在於它們會互相掩護 —— 月累計最高的人可能完全合規，月累計最低的人反而因為近七日過度集中而超標，而所有時數都漂亮的人可能因為紅眼航班後接早班，休息差了三十分鐘。再加一層：目前合規不等於安全，還要看月底會不會超標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B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7BA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B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要求四個維度分開列，並且做前瞻預測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同樣不要上傳檔案。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7BA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B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四個維度、三種違規、各中一人，而且互不重疊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等它跑完四個維度的檢查，逐條對照下面四筆結果。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7BA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B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第四個維度它說「無法檢查」，而不是「合規」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特別回頭看第四個維度「單日執勤時數」，注意它是怎麼回答的。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F7BAF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0F7BAF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這個情境的產出是一份內部檢查報告，不會直接對外，因此不會出現核准卡。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F7BAF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B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air2_01_ftl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7B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F7BAF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四個維度的結果分開呈現，未混成一份清單</a:t>
            </a:r>
            <a:endParaRPr lang="en-US" sz="13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每筆違規都寫明實際值、上限與超出多少</a:t>
            </a:r>
            <a:endParaRPr lang="en-US" sz="13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月累計安全但近七日超標者有被抓出來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1420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B1420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機坪安全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機坪事件：Teams 被提及自動接手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20–25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935224" y="4572000"/>
            <a:ext cx="282549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2935224" y="4572000"/>
            <a:ext cx="28254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Event Trigger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6264A7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Teams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975104" y="5074920"/>
            <a:ext cx="1673352" cy="402336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17" name="Text 14"/>
          <p:cNvSpPr/>
          <p:nvPr/>
        </p:nvSpPr>
        <p:spPr>
          <a:xfrm>
            <a:off x="1975104" y="5074920"/>
            <a:ext cx="1673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前面的觸發任務都是收信啟動，這一個換了觸發源：在 Teams 被 @提及。而事件本身是全教材最容易判錯的一個 —— 通報寫著「輕微擦撞、無人受傷」，聽起來可以當場結案，但只要航機有實體損傷，最低就是應通報主管機關的等級。更關鍵的是：這件事真正的嚴重性，不在這則訊息裡 —— 要回頭查同一架飛機近九十天的紀錄才看得出來。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1420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 @提及觸發任務：它必須綁定一個特定頻道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課前請先在 Teams 建好要監看的頻道（本例為「機坪安全通報」），再送出下面的提示詞建立事件觸發任務。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1420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確認觸發器綁定的是頻道訊息，並進入待命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檢查觸發器的設定卡，確認觸發類型與待命狀態。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1420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判定：C 級不是 D 級，而且要升到 B 級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觸發後不要下任何指令，等它自己跑完，再讀它的分級判定。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B1420A">
                <a:alpha val="6500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B1420A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通報信停在草稿、Teams 回覆也只是顯示全文等你確認，沒有任何一則被自動送出。</a:t>
            </a:r>
            <a:endParaRPr lang="en-US" sz="1250" dirty="0"/>
          </a:p>
        </p:txBody>
      </p:sp>
      <p:sp>
        <p:nvSpPr>
          <p:cNvPr id="36" name="Text 3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B1420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air3_01_scope_ques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air3_03_classific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B1420A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觸發器綁定在指定的 Teams 頻道上，並確認進入待命狀態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測試訊息由真人在 Teams 手動輸入並用 @ 真正提及自己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基礎分級為 C 級，未因「無人受傷／描述輕微」而降為 D 級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8952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95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C8952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航線規劃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季度航線績效檢討簡報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20–30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C43E1C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PowerPoint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935224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2935224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397764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品牌範本 Brand Template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前面所有情境的產出都是文字、信件或分析報告；這一個真的生出一份簡報，而且套用公司品牌範本 —— 主題色、字型、Logo、版面配置全部繼承，Cowork 只改寫文字內容，不動設計。至於分析本身，這個情境要示範一件反直覺的事：營收最高的航線，往往不是最賺錢的那條。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5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8952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95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品牌範本必須放 OneDrive 根目錄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送出提示詞前，先確認 華翔航空_簡報範本.potx 放在 OneDrive 根目錄，不是任何子資料夾。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8952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95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三個結論，每一個都和直覺相反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打開產出的簡報，翻到並列營收排行與獲利排行的第四頁，對照下面三個結論。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8952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95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檢查簡報：範本有沒有真的套上、示範頁有沒有清掉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 OneDrive 實際打開簡報檔，走一遍下面三個檢查點。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8952B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C8952B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產出簡報並存入 OneDrive 屬於內部產出，不會觸發核准卡；只有後續要寄出或排會議時才進入核准流程。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C8952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95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air4_01_deck_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895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C8952B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簡報確實套用品牌範本，主題色、字型與母片識別都有繼承</a:t>
            </a:r>
            <a:endParaRPr lang="en-US" sz="13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範本原有的示範頁已被移除，最終頁數符合規則要求</a:t>
            </a:r>
            <a:endParaRPr lang="en-US" sz="13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第四頁並列營收排行與獲利排行，並說明兩者為何不同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5C2E9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自訂技能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把安全判定寫成有紅線的技能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15–20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935224" y="4572000"/>
            <a:ext cx="2633472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2935224" y="4572000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 Report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AIR3 的機坪安全判定寫成自訂技能。但安全領域的技能和一般技能有個根本差異：一般技能出錯只是產出品質不好，安全技能出錯是把應該通報的事件當場結案。所以這個情境的重點不在觸發詞寫得漂不漂亮，而在防護欄夠不夠硬 —— 哪些情況下它必須拒絕自己下判斷、把事情交回給人。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把「不准自己決定」的四種情況寫進提示詞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送出下面的提示詞建立技能。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它自己補了一條紅線：查不到不等於沒有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技能建立後打開技能報告，把整份評分與理由讀完。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scope 邊界要指名接手，不能只寫「不處理」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回到技能內容，檢視 scope 邊界那一段是怎麼寫的。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5C2E91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5C2E91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建立技能會跳出「複製檔案」核准卡，沒按核准技能就不會發布 —— 這一點和 TEL5 相同。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air5_01_safety_redli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SKILL.md 有 YAML frontmatter，name 與 description 兩個欄位都存在</a:t>
            </a:r>
            <a:endParaRPr lang="en-US" sz="13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「航機有損傷一律 C 級起跳、不得降判」有明確寫進技能</a:t>
            </a:r>
            <a:endParaRPr lang="en-US" sz="13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「必查同機尾號近 90 天，即使 0 件也要寫出」有明確寫進技能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29384"/>
            <a:ext cx="438912" cy="438912"/>
          </a:xfrm>
          <a:prstGeom prst="ellipse">
            <a:avLst/>
          </a:prstGeom>
          <a:solidFill>
            <a:srgbClr val="0E2A47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624328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70632"/>
            <a:ext cx="438912" cy="438912"/>
          </a:xfrm>
          <a:prstGeom prst="ellipse">
            <a:avLst/>
          </a:prstGeom>
          <a:solidFill>
            <a:srgbClr val="0F7BAF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3465576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3611880"/>
            <a:ext cx="438912" cy="438912"/>
          </a:xfrm>
          <a:prstGeom prst="ellipse">
            <a:avLst/>
          </a:prstGeom>
          <a:solidFill>
            <a:srgbClr val="B1420A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4306824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4453128"/>
            <a:ext cx="438912" cy="438912"/>
          </a:xfrm>
          <a:prstGeom prst="ellipse">
            <a:avLst/>
          </a:prstGeom>
          <a:solidFill>
            <a:srgbClr val="C8952B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5148072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5294376"/>
            <a:ext cx="438912" cy="438912"/>
          </a:xfrm>
          <a:prstGeom prst="ellipse">
            <a:avLst/>
          </a:prstGeom>
          <a:solidFill>
            <a:srgbClr val="5C2E91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039112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417320" y="1819656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聯管中心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86195" y="1819656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把原則裡的四級改成你們自己的旅客照護分級，測試同一套流程。</a:t>
            </a:r>
            <a:endParaRPr lang="en-US" sz="135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880360"/>
            <a:ext cx="219456" cy="21945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417320" y="2660904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B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組員派遣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586195" y="2660904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把上限值改成你們適用的法規或公司政策，只改規則文件。</a:t>
            </a:r>
            <a:endParaRPr lang="en-US" sz="135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3721608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417320" y="3502152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機坪安全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3586195" y="3502152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把分級標準換成你們的地安事件分級表，測試同一套流程。</a:t>
            </a:r>
            <a:endParaRPr lang="en-US" sz="13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4562856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417320" y="4343400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95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航線規劃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3586195" y="4343400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換成你們公司的 .potx 品牌範本，確認品牌元素有正確繼承。</a:t>
            </a:r>
            <a:endParaRPr lang="en-US" sz="135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5404104"/>
            <a:ext cx="219456" cy="21945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417320" y="5184648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自訂技能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3586195" y="5184648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故意提供一則沒有機尾號的事件，確認它真的會停下來要求補件。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&lt;200MB；自訂技能與第三方 plugin 未經 Microsoft 驗證，需自行審閱。官方明列不適用於「免人工審查即需保證正確」的用途。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開始前請確認：每位使用者一張 M365 Copilot 授權、管理員已啟用用量計費（Copilot Credits，未啟用則無法存取）、租戶位於 Anthropic 支援地區；可在 Web/桌面/行動/Outlook/Teams 使用（本機瀏覽器工作僅限網頁版＋Edge 150 以上，且預設停用需管理員開啟）。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31272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7" name="Text 4">
            <a:hlinkClick r:id="rId3" tooltip=""/>
          </p:cNvPr>
          <p:cNvSpPr/>
          <p:nvPr/>
        </p:nvSpPr>
        <p:spPr>
          <a:xfrm>
            <a:off x="1417320" y="34198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andyhung11.github.io/Copilot-in-1mins/CoworkPlaybook/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3159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426110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791456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7365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6694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5212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模型選擇器：Auto（預設）、GPT 5.5 Frontier、GPT 5.6 Sol／Terra、Opus 5、Sonnet 5、Fable 5（預覽・預設關閉）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742432"/>
            <a:ext cx="237744" cy="23774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568756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想要自動觸發？到「Automations」頁設定排程提示（上限 5 個）或事件觸發任務（收信／被 @提及）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把重複、吃時間的工作，交給 Cowork —— 你專注在決策與客戶。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 · 航空業</dc:title>
  <dc:subject>PptxGenJS Presentation</dc:subject>
  <dc:creator>Andy Hung</dc:creator>
  <cp:lastModifiedBy>Andy Hung</cp:lastModifiedBy>
  <cp:revision>1</cp:revision>
  <dcterms:created xsi:type="dcterms:W3CDTF">2026-08-31T16:25:01Z</dcterms:created>
  <dcterms:modified xsi:type="dcterms:W3CDTF">2026-08-31T16:25:01Z</dcterms:modified>
</cp:coreProperties>
</file>