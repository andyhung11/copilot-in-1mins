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ndyhung11.github.io/Copilot-in-1mins/CoworkPlaybook/" TargetMode="External"/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5" Type="http://schemas.openxmlformats.org/officeDocument/2006/relationships/image" Target="../media/image-21-4.png"/><Relationship Id="rId6" Type="http://schemas.openxmlformats.org/officeDocument/2006/relationships/image" Target="../media/image-21-5.png"/><Relationship Id="rId7" Type="http://schemas.openxmlformats.org/officeDocument/2006/relationships/image" Target="../media/image-2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5 個航空業工作情境，看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航空業版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素材課前放進 OneDrive 與信箱，讓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班機取消旅客安置排序、組員飛時四維度檢查、機坪事件 @提及觸發、季度航線績效簡報、安全判定技能，五個「只有 Cowork 做得到」的工作流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13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 D365、SAP、Fabric 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4086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34086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62686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62686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Edge 瀏覽器（預設停用，需管理員開啟＋Edge 150 以上）、ChatGPT Images 2.0 影像生成、品牌範本自動套用簡報、Plugins／MCP 連外部系統、排程與事件觸發任務。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素材課前先放進 OneDrive 的 文件/Cowork_Lab/航空業/，練習時 Cowork 自己去找 · 準備時間 約 12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OneDrive 資料夾，把四個情境的素材放進去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OneDrive 建立 文件/Cowork_Lab/航空業/，底下再開四個子資料夾：AIR1_航班異常…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把聯絡窗口清單放在母層，信件才寄得出去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聯絡窗口清單.md 要放在 航空業 母資料夾，不要放進任何子資料夾 —— 放母層 Cowork 比較容易撈到。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品牌範本必須放 OneDrive 根目錄（AIR4 專用，最容易出錯）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華翔航空_簡報範本.potx 必須放在 OneDrive 的根目錄…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寄一封 AIR1 的航班取消通知給自己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 AIR1_航班取消通知.md 的主旨與內文，用你自己的帳號寄一封給自己。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課前先建好「機坪安全通報」頻道（AIR3 專用，名稱要一字不差）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AIR3 的觸發源不是 Email，是 Teams @提及，這一節三件事任一沒做到，現場就會卡住。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行事曆留些空檔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AIR1 會排跨部門處理會議、AIR4 會排季度檢討會議，本週保留一些空檔即可。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技能資料夾先保持乾淨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AIR5 是現場建立技能的示範，所以不要先把 AIR5_SKILL.md 放進 文件/Cowork/skills…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8728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8728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443320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⏰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82232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自動化頁面先清乾淨，示範完也要收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82232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AIR3 會建立事件觸發任務，開始前請先確認自動化頁面沒有殘留的舊任務，避免互相干擾。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的「航空業」底下四個子資料夾都看得到，檔案打得開</a:t>
            </a:r>
            <a:endParaRPr lang="en-US" sz="10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聯絡窗口清單.md 在「航空業」母層，不是在子資料夾裡</a:t>
            </a:r>
            <a:endParaRPr lang="en-US" sz="105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華翔航空_簡報範本.potx 在 OneDrive 根目錄，不是在子資料夾裡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962851" cy="914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6" y="2194560"/>
            <a:ext cx="914400" cy="91440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474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聯管中心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班機取消旅客安置優先序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 · Excel · OneDrive Search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15–20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77251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77251" y="1828800"/>
            <a:ext cx="1962851" cy="91440"/>
          </a:xfrm>
          <a:prstGeom prst="rect">
            <a:avLst/>
          </a:prstGeom>
          <a:solidFill>
            <a:srgbClr val="0F7BAF"/>
          </a:solidFill>
          <a:ln/>
        </p:spPr>
      </p:sp>
      <p:sp>
        <p:nvSpPr>
          <p:cNvPr id="15" name="Shape 12"/>
          <p:cNvSpPr/>
          <p:nvPr/>
        </p:nvSpPr>
        <p:spPr>
          <a:xfrm>
            <a:off x="3401477" y="2194560"/>
            <a:ext cx="914400" cy="914400"/>
          </a:xfrm>
          <a:prstGeom prst="ellipse">
            <a:avLst/>
          </a:prstGeom>
          <a:solidFill>
            <a:srgbClr val="0F7BA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645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50403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B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組員派遣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50403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組員飛時限制四維度檢查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50403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Automation · Analysis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968691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10–15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114422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114422" y="1828800"/>
            <a:ext cx="1962851" cy="91440"/>
          </a:xfrm>
          <a:prstGeom prst="rect">
            <a:avLst/>
          </a:prstGeom>
          <a:solidFill>
            <a:srgbClr val="B1420A"/>
          </a:solidFill>
          <a:ln/>
        </p:spPr>
      </p:sp>
      <p:sp>
        <p:nvSpPr>
          <p:cNvPr id="23" name="Shape 19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B1420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87574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機坪安全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187574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機坪事件：Teams 被提及自動接手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187574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 · Event Trigger · Teams · Outlook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205862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20–25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351593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351593" y="1828800"/>
            <a:ext cx="1962851" cy="91440"/>
          </a:xfrm>
          <a:prstGeom prst="rect">
            <a:avLst/>
          </a:prstGeom>
          <a:solidFill>
            <a:srgbClr val="C8952B"/>
          </a:solidFill>
          <a:ln/>
        </p:spPr>
      </p:sp>
      <p:sp>
        <p:nvSpPr>
          <p:cNvPr id="31" name="Shape 26"/>
          <p:cNvSpPr/>
          <p:nvPr/>
        </p:nvSpPr>
        <p:spPr>
          <a:xfrm>
            <a:off x="7875819" y="2194560"/>
            <a:ext cx="914400" cy="914400"/>
          </a:xfrm>
          <a:prstGeom prst="ellipse">
            <a:avLst/>
          </a:prstGeom>
          <a:solidFill>
            <a:srgbClr val="C8952B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987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4745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95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航線規劃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424745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季度航線績效檢討簡報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424745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 · Excel · 品牌範本 Brand Template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443033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20–30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588764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588764" y="1828800"/>
            <a:ext cx="1962851" cy="91440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39" name="Shape 33"/>
          <p:cNvSpPr/>
          <p:nvPr/>
        </p:nvSpPr>
        <p:spPr>
          <a:xfrm>
            <a:off x="10112990" y="2194560"/>
            <a:ext cx="914400" cy="914400"/>
          </a:xfrm>
          <a:prstGeom prst="ellipse">
            <a:avLst/>
          </a:prstGeom>
          <a:solidFill>
            <a:srgbClr val="5C2E91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158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61916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自訂技能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9661916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把安全判定寫成有紅線的技能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9661916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 · Skill Report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9680204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15–20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聯管中心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班機取消旅客安置優先序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15–20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59152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2359152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32095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3209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Search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班機取消，八位旅客要安置。這不是「該不該處理」的排除題，而是「先處理誰」的排序題。而排序最容易錯的地方，是把會員等級當成第一判準 —— 鑽石卡但沒有後續行程的旅客，時間壓力其實最低；經濟艙的單獨旅行孩童，照護責任卻最高。這個情境測的就是：它會不會被「VIP」兩個字帶著走。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要求它寫出「依據哪一條」，不要只給結論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這個情境不要上傳任何檔案。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0906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0723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四個最容易判錯的地方，它全部避開了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4381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等它跑完分級，把八位旅客的判定結果逐位對照下面的說明。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8953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8770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八封草稿：它從母資料夾自己找出了收件窗口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2428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展開右側工作區，看它讀了哪些檔案，再到 Outlook 草稿匣打開那八封通知。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7000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6817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核准送出：批次卡按一次不一定全部送完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0474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逐封檢查草稿後按下核准，讓它把八封通知送出。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5504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5486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打開寄出的信：UM 那封確實寫給監護人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852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 Outlook 的寄件備份，實際打開幾封已經寄出的信。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air1_01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air1_04_sent_email_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八位旅客都有分級，且每位都寫出所依據的條件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鑽石卡但終點站抵達者被判為 Tier 4，未因會員等級提前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經濟艙的單獨旅行孩童被判為 Tier 1，未因艙等降級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BA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7B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7BA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組員派遣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組員飛時限制四維度檢查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10–15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飛時限制不是一條線，是四條各自獨立的線：月累計、近七日滾動、兩段執勤間休息、單日執勤時數。任一條超限就是違規。難的地方在於它們會互相掩護 —— 月累計最高的人可能完全合規，月累計最低的人反而因為近七日過度集中而超標，而所有時數都漂亮的人可能因為紅眼航班後接早班，休息差了三十分鐘。再加一層：目前合規不等於安全，還要看月底會不會超標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7BA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B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要求四個維度分開列，並且做前瞻預測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同樣不要上傳檔案。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7BA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B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四個維度、三種違規、各中一人，而且互不重疊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等它跑完四個維度的檢查，逐條對照下面四筆結果。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7BA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B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第四個維度它說「無法檢查」，而不是「合規」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特別回頭看第四個維度「單日執勤時數」，注意它是怎麼回答的。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F7BAF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0F7BAF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這個情境的產出是一份內部檢查報告，不會直接對外，因此不會出現核准卡。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7BA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B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air2_01_ftl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B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F7BAF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四個維度的結果分開呈現，未混成一份清單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每筆違規都寫明實際值、上限與超出多少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月累計安全但近七日超標者有被抓出來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420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B1420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機坪安全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機坪事件：Teams 被提及自動接手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20–25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282549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2825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 Trigger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975104" y="507492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7" name="Text 14"/>
          <p:cNvSpPr/>
          <p:nvPr/>
        </p:nvSpPr>
        <p:spPr>
          <a:xfrm>
            <a:off x="1975104" y="5074920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前面的觸發任務都是收信啟動，這一個換了觸發源：在 Teams 被 @提及。而事件本身是全教材最容易判錯的一個 —— 通報寫著「輕微擦撞、無人受傷」，聽起來可以當場結案，但只要航機有實體損傷，最低就是應通報主管機關的等級。更關鍵的是：這件事真正的嚴重性，不在這則訊息裡 —— 要回頭查同一架飛機近九十天的紀錄才看得出來。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142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@提及觸發任務：它必須綁定一個特定頻道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課前請先在 Teams 建好要監看的頻道（本例為「機坪安全通報」），再送出下面的提示詞建立事件觸發任務。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1420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確認觸發器綁定的是頻道訊息，並進入待命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檢查觸發器的設定卡，確認觸發類型與待命狀態。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1420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判定：C 級不是 D 級，而且要升到 B 級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觸發後不要下任何指令，等它自己跑完，再讀它的分級判定。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1420A">
                <a:alpha val="6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B1420A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通報信停在草稿、Teams 回覆也只是顯示全文等你確認，沒有任何一則被自動送出。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B1420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air3_01_scope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air3_03_classifi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B1420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觸發器綁定在指定的 Teams 頻道上，並確認進入待命狀態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測試訊息由真人在 Teams 手動輸入並用 @ 真正提及自己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基礎分級為 C 級，未因「無人受傷／描述輕微」而降為 D 級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95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5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C895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航線規劃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季度航線績效檢討簡報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20–30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39776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品牌範本 Brand Template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前面所有情境的產出都是文字、信件或分析報告；這一個真的生出一份簡報，而且套用公司品牌範本 —— 主題色、字型、Logo、版面配置全部繼承，Cowork 只改寫文字內容，不動設計。至於分析本身，這個情境要示範一件反直覺的事：營收最高的航線，往往不是最賺錢的那條。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5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895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5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品牌範本必須放 OneDrive 根目錄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送出提示詞前，先確認 華翔航空_簡報範本.potx 放在 OneDrive 根目錄，不是任何子資料夾。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895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5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三個結論，每一個都和直覺相反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打開產出的簡報，翻到並列營收排行與獲利排行的第四頁，對照下面三個結論。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895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5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檢查簡報：範本有沒有真的套上、示範頁有沒有清掉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 OneDrive 實際打開簡報檔，走一遍下面三個檢查點。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52B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C8952B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產出簡報並存入 OneDrive 屬於內部產出，不會觸發核准卡；只有後續要寄出或排會議時才進入核准流程。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C8952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5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air4_01_deck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895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C895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簡報確實套用品牌範本，主題色、字型與母片識別都有繼承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範本原有的示範頁已被移除，最終頁數符合規則要求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第四頁並列營收排行與獲利排行，並說明兩者為何不同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C2E9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自訂技能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把安全判定寫成有紅線的技能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15–20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 Report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AIR3 的機坪安全判定寫成自訂技能。但安全領域的技能和一般技能有個根本差異：一般技能出錯只是產出品質不好，安全技能出錯是把應該通報的事件當場結案。所以這個情境的重點不在觸發詞寫得漂不漂亮，而在防護欄夠不夠硬 —— 哪些情況下它必須拒絕自己下判斷、把事情交回給人。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把「不准自己決定」的四種情況寫進提示詞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送出下面的提示詞建立技能。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它自己補了一條紅線：查不到不等於沒有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技能建立後打開技能報告，把整份評分與理由讀完。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scope 邊界要指名接手，不能只寫「不處理」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回到技能內容，檢視 scope 邊界那一段是怎麼寫的。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C2E91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5C2E91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建立技能會跳出「複製檔案」核准卡，沒按核准技能就不會發布 —— 這一點和 TEL5 相同。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air5_01_safety_red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SKILL.md 有 YAML frontmatter，name 與 description 兩個欄位都存在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「航機有損傷一律 C 級起跳、不得降判」有明確寫進技能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「必查同機尾號近 90 天，即使 0 件也要寫出」有明確寫進技能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29384"/>
            <a:ext cx="438912" cy="43891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24328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770632"/>
            <a:ext cx="438912" cy="438912"/>
          </a:xfrm>
          <a:prstGeom prst="ellipse">
            <a:avLst/>
          </a:prstGeom>
          <a:solidFill>
            <a:srgbClr val="0F7BA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465576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611880"/>
            <a:ext cx="438912" cy="438912"/>
          </a:xfrm>
          <a:prstGeom prst="ellipse">
            <a:avLst/>
          </a:prstGeom>
          <a:solidFill>
            <a:srgbClr val="B1420A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306824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4453128"/>
            <a:ext cx="438912" cy="438912"/>
          </a:xfrm>
          <a:prstGeom prst="ellipse">
            <a:avLst/>
          </a:prstGeom>
          <a:solidFill>
            <a:srgbClr val="C895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5148072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294376"/>
            <a:ext cx="438912" cy="438912"/>
          </a:xfrm>
          <a:prstGeom prst="ellipse">
            <a:avLst/>
          </a:prstGeom>
          <a:solidFill>
            <a:srgbClr val="5C2E9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39112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17320" y="1819656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聯管中心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86195" y="1819656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把原則裡的四級改成你們自己的旅客照護分級，測試同一套流程。</a:t>
            </a:r>
            <a:endParaRPr lang="en-US" sz="13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88036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2660904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組員派遣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586195" y="2660904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把上限值改成你們適用的法規或公司政策，只改規則文件。</a:t>
            </a:r>
            <a:endParaRPr lang="en-US" sz="13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72160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502152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機坪安全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586195" y="3502152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把分級標準換成你們的地安事件分級表，測試同一套流程。</a:t>
            </a:r>
            <a:endParaRPr lang="en-US" sz="13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62856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343400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航線規劃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586195" y="4343400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換成你們公司的 .potx 品牌範本，確認品牌元素有正確繼承。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404104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5184648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航空業 · 自訂技能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586195" y="5184648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故意提供一則沒有機尾號的事件，確認它真的會停下來要求補件。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開始前請確認：每位使用者一張 M365 Copilot 授權、管理員已啟用用量計費（Copilot Credits，未啟用則無法存取）、租戶位於 Anthropic 支援地區；可在 Web/桌面/行動/Outlook/Teams 使用（本機瀏覽器工作僅限網頁版＋Edge 150 以上，且預設停用需管理員開啟）。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1417320" y="34198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andyhung11.github.io/Copilot-in-1mins/CoworkPlaybook/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159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2611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9145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736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6694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Sol／Terra、Opus 5、Sonnet 5、Fable 5（預覽・預設關閉）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74243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5687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把重複、吃時間的工作，交給 Cowork —— 你專注在決策與客戶。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 · 航空業</dc:title>
  <dc:subject>PptxGenJS Presentation</dc:subject>
  <dc:creator>Andy Hung</dc:creator>
  <cp:lastModifiedBy>Andy Hung</cp:lastModifiedBy>
  <cp:revision>1</cp:revision>
  <dcterms:created xsi:type="dcterms:W3CDTF">2026-09-10T16:44:11Z</dcterms:created>
  <dcterms:modified xsi:type="dcterms:W3CDTF">2026-09-10T16:44:11Z</dcterms:modified>
</cp:coreProperties>
</file>