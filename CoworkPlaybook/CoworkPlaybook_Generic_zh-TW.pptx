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ka.ms/CoworkPlaybook" TargetMode="External"/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5" Type="http://schemas.openxmlformats.org/officeDocument/2006/relationships/image" Target="../media/image-21-4.png"/><Relationship Id="rId6" Type="http://schemas.openxmlformats.org/officeDocument/2006/relationships/image" Target="../media/image-21-5.png"/><Relationship Id="rId7" Type="http://schemas.openxmlformats.org/officeDocument/2006/relationships/image" Target="../media/image-21-6.png"/><Relationship Id="rId8" Type="http://schemas.openxmlformats.org/officeDocument/2006/relationships/image" Target="../media/image-21-7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5 個通用工作情境，看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客戶分享版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737360" y="17007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737360" y="26151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737360" y="30358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4930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737360" y="35295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737360" y="39502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範例檔下載後拖進對話，以及哪些情境會動到信箱與行事曆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44074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737360" y="44439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五大實戰情境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737360" y="48646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收件匣、客戶拜訪、數據、研究簡報、自訂技能，逐一拆解工作流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53218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737360" y="53583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737360" y="57790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14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連外部系統，官方目錄已有 92 個合作夥伴 plugin（D365、SAP、Fabric 等）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0848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29514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214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060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Cards、App（Frontier）。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0848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29514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214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060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2519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5994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80974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6360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51206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2519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5994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80974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6360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51206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排程提示（上限 25 個）與事件觸發任務、投入 Effort 五級調節品質與成本、自訂技能建立後自動產生技能報告（0–100 分四維度，另有含 Safety and RAI 掃描的 5 道獨立關卡）、本機 Edge 瀏覽器（2026/8 GA）、影像生成、Plugins／MCP 連外部系統。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BEFORE YOU START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素材下載後拖進對話即可，不需事先放進 OneDrive · 準備時間 約 8 分鐘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📥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3584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下載範例檔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43584" y="21945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每個情境的〈參考檔案〉區都有下載連結，點了就存到你的電腦。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78728" y="1874520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8728" y="1874520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6443320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📧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82232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信箱：它會建立草稿，不會擅自寄出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82232" y="21945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有幾個情境會請 Cowork 草擬信件。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2779776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779776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28346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3584" y="282549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行事曆：本週留一些空檔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243584" y="3099816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有幾個情境會請 Cowork 排會議或建立提醒，寫進的是你自己的行事曆。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78728" y="2779776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8728" y="2779776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3" name="Text 21"/>
          <p:cNvSpPr/>
          <p:nvPr/>
        </p:nvSpPr>
        <p:spPr>
          <a:xfrm>
            <a:off x="6443320" y="28346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📁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82232" y="282549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產出會存到你的 OneDrive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82232" y="3099816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產生的檔案會存進你自己的 OneDrive，也可以在對話右側的側邊欄直接預覽或下載。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3685032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3685032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373989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🧩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43584" y="373075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技能資料夾：現場建立，不要先放進去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243584" y="4005072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有情境會示範現場建立自訂技能。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78728" y="3685032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8728" y="3685032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3" name="Text 31"/>
          <p:cNvSpPr/>
          <p:nvPr/>
        </p:nvSpPr>
        <p:spPr>
          <a:xfrm>
            <a:off x="6443320" y="373989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⏰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82232" y="373075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自動化頁面：先清掉殘留的任務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82232" y="4005072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有情境會建立排程提示或事件觸發任務。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4590288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4590288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8" name="Text 36"/>
          <p:cNvSpPr/>
          <p:nvPr/>
        </p:nvSpPr>
        <p:spPr>
          <a:xfrm>
            <a:off x="804672" y="4645152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🔎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243584" y="4636008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Search：組織裡要真的有東西可搜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243584" y="4910328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有情境會請 Cowork 先用 Enterprise Search 盤點組織內部…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78728" y="4590288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78728" y="4590288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3" name="Text 41"/>
          <p:cNvSpPr/>
          <p:nvPr/>
        </p:nvSpPr>
        <p:spPr>
          <a:xfrm>
            <a:off x="6443320" y="4645152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882232" y="4636008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Deep Research 很慢也很貴，示範前先試跑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882232" y="4910328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有情境會用到 Deep Research。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40080" y="5532120"/>
            <a:ext cx="1091153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" y="5532120"/>
            <a:ext cx="91440" cy="7498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8" name="Text 46"/>
          <p:cNvSpPr/>
          <p:nvPr/>
        </p:nvSpPr>
        <p:spPr>
          <a:xfrm>
            <a:off x="914400" y="56144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開課前最後檢查</a:t>
            </a:r>
            <a:endParaRPr lang="en-US" sz="1200" dirty="0"/>
          </a:p>
        </p:txBody>
      </p:sp>
      <p:pic>
        <p:nvPicPr>
          <p:cNvPr id="4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5641848"/>
            <a:ext cx="155448" cy="155448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2999232" y="5586984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要練的情境，它的參考檔案都已下載到你的電腦</a:t>
            </a:r>
            <a:endParaRPr lang="en-US" sz="1050" dirty="0"/>
          </a:p>
        </p:txBody>
      </p:sp>
      <p:pic>
        <p:nvPicPr>
          <p:cNvPr id="5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5852160"/>
            <a:ext cx="155448" cy="155448"/>
          </a:xfrm>
          <a:prstGeom prst="rect">
            <a:avLst/>
          </a:prstGeom>
        </p:spPr>
      </p:pic>
      <p:sp>
        <p:nvSpPr>
          <p:cNvPr id="52" name="Text 48"/>
          <p:cNvSpPr/>
          <p:nvPr/>
        </p:nvSpPr>
        <p:spPr>
          <a:xfrm>
            <a:off x="2999232" y="5797296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清楚核准卡出現時要逐格檢查收件者，練習信不會寄給真實對象</a:t>
            </a:r>
            <a:endParaRPr lang="en-US" sz="1050" dirty="0"/>
          </a:p>
        </p:txBody>
      </p:sp>
      <p:pic>
        <p:nvPicPr>
          <p:cNvPr id="5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6062472"/>
            <a:ext cx="155448" cy="155448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2999232" y="6007608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行事曆本週有空檔，可以讓它排入測試會議</a:t>
            </a:r>
            <a:endParaRPr lang="en-US" sz="1050" dirty="0"/>
          </a:p>
        </p:txBody>
      </p:sp>
      <p:sp>
        <p:nvSpPr>
          <p:cNvPr id="55" name="Text 5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56" name="Text 5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889699" cy="109728"/>
          </a:xfrm>
          <a:prstGeom prst="rect">
            <a:avLst/>
          </a:prstGeom>
          <a:solidFill>
            <a:srgbClr val="CA5010"/>
          </a:solidFill>
          <a:ln/>
        </p:spPr>
      </p:sp>
      <p:sp>
        <p:nvSpPr>
          <p:cNvPr id="7" name="Shape 5"/>
          <p:cNvSpPr/>
          <p:nvPr/>
        </p:nvSpPr>
        <p:spPr>
          <a:xfrm>
            <a:off x="1127730" y="2194560"/>
            <a:ext cx="914400" cy="914400"/>
          </a:xfrm>
          <a:prstGeom prst="ellipse">
            <a:avLst/>
          </a:prstGeom>
          <a:solidFill>
            <a:srgbClr val="CA501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8898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生產力 / 個人效率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31520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收件匣分流排程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31520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 · Daily Briefing · 排程提示 Scheduled prompt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★☆☆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95539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95539" y="1828800"/>
            <a:ext cx="1889699" cy="109728"/>
          </a:xfrm>
          <a:prstGeom prst="rect">
            <a:avLst/>
          </a:prstGeom>
          <a:solidFill>
            <a:srgbClr val="0067B8"/>
          </a:solidFill>
          <a:ln/>
        </p:spPr>
      </p:sp>
      <p:sp>
        <p:nvSpPr>
          <p:cNvPr id="15" name="Shape 12"/>
          <p:cNvSpPr/>
          <p:nvPr/>
        </p:nvSpPr>
        <p:spPr>
          <a:xfrm>
            <a:off x="3383189" y="2194560"/>
            <a:ext cx="914400" cy="914400"/>
          </a:xfrm>
          <a:prstGeom prst="ellipse">
            <a:avLst/>
          </a:prstGeom>
          <a:solidFill>
            <a:srgbClr val="0067B8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357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86979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 / 售前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86979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客戶拜訪全流程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86979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Email · Scheduling · Calendar Management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86979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12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★☆☆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50998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50998" y="1828800"/>
            <a:ext cx="1889699" cy="109728"/>
          </a:xfrm>
          <a:prstGeom prst="rect">
            <a:avLst/>
          </a:prstGeom>
          <a:solidFill>
            <a:srgbClr val="0A8F5B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0A8F5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242438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 / 營運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242438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銷售數據多維呈現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242438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Adaptive Cards · PDF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42438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★☆☆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406457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406457" y="1828800"/>
            <a:ext cx="1889699" cy="109728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31" name="Shape 26"/>
          <p:cNvSpPr/>
          <p:nvPr/>
        </p:nvSpPr>
        <p:spPr>
          <a:xfrm>
            <a:off x="7894107" y="2194560"/>
            <a:ext cx="914400" cy="914400"/>
          </a:xfrm>
          <a:prstGeom prst="ellipse">
            <a:avLst/>
          </a:prstGeom>
          <a:solidFill>
            <a:srgbClr val="8764B8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5275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97897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 / 客戶經營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97897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內外部情報整合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97897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 · Deep Research · PowerPoint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97897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661916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661916" y="1828800"/>
            <a:ext cx="1889699" cy="109728"/>
          </a:xfrm>
          <a:prstGeom prst="rect">
            <a:avLst/>
          </a:prstGeom>
          <a:solidFill>
            <a:srgbClr val="7A4DDB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49566" y="2194560"/>
            <a:ext cx="914400" cy="914400"/>
          </a:xfrm>
          <a:prstGeom prst="ellipse">
            <a:avLst/>
          </a:prstGeom>
          <a:solidFill>
            <a:srgbClr val="7A4DDB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0734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753356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知識工作 / 自動化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753356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自訂技能與事件觸發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753356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 · 技能評測 Skill Report · 事件觸發任務 Event-driven task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753356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A501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A501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生產力 / 個人效率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收件匣分流排程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 分鐘 · 難度 ★☆☆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499616" y="4572000"/>
            <a:ext cx="1719072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499616" y="4572000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Daily Briefing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27523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2752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 Scheduled prompt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把一份『分流規則』交給 Cowork，讓它每天早上用同一套標準幫你掃過收件匣、分四象限、挑出今天非回不可的信，再產出一份 5 分鐘讀完的晨間簡報；最後把整套流程設成每天 08:30 自動執行 —— 從今天起，你開機時它已經做完了。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51790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02082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A501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0208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00253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上傳規則並請它分流今天的收件匣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36829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把參考檔案中的分流規則 md 上傳到聊天框，送出下面的提示詞。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29900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A501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990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9718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觀察它如何讀信、逐封套規則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3375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展開「思考流程」追蹤，看它如何把每封信對應到你的規則；確認收件匣與規則都有被讀取後，送出下面的提示詞。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95935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A501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959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94106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收到你的每日晨間簡報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30682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讀一下你的晨間簡報，對照規則第四節的五個區塊，確認它照你的格式排版。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49286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A501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49286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49103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設成每天 08:30 自動執行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2760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送出下面的提示詞，把整套流程交給排程。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A5010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s1_02_brief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CA5010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〔操作〕分流規則 md 已上傳，Cowork 讀取了你的真實收件匣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〔判斷〕最多 3 封最優先信被標為 ⭐，且它說得出每一封是套用哪一條規則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〔產出〕晨間簡報含規則第四節的五個區塊（今日焦點／今日會議／必須回覆／等待中／提醒）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7B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067B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 / 售前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客戶拜訪全流程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 分鐘 · 難度 ★☆☆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713232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713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399032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399032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395728" y="4572000"/>
            <a:ext cx="131673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2395728" y="4572000"/>
            <a:ext cx="13167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Scheduling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5074920"/>
            <a:ext cx="2221992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5074920"/>
            <a:ext cx="22219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Calendar Management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56692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從一份客戶背景資料出發，讓 Cowork 自動產出「會前簡報重點」，會後草擬跟進信並在你核准後寄出，最後直接把下次會議排進行事曆 —— 從準備、收尾到約下一步，一條龍走完。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26280" y="124358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174650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67B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17465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172821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上傳背景檔並下指令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09397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在聊天框點選上傳附件，把參考檔案中的客戶背景 docx 上傳，送出下面的提示詞。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271576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67B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27157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269748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觀察代理式工作流與產出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06324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展開工作區面板，觀察它自我驗證的過程；讀完 Word 初稿後，送出下面的提示詞。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68503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67B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6850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66674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會後：草擬跟進信並核准寄出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03250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 Word 簡報初稿的內容符合預期後，送出下面的提示詞，並在核准卡出現時確認三件事。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465429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67B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46542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463600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把下次會議直接排進行事曆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00176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跟進信寄出後，送出下面的提示詞，讓它把信裡承諾的下一步真的變成一場會議。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067B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2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s2_02_brief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0067B8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〔操作〕客戶背景 docx 已上傳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〔產出〕Word 簡報重點含四個段落且內容對應背景資料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〔判斷〕你問過它「有沒有發現矛盾或資訊不足」，並確認最終版本正確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8F5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A8F5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 / 營運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銷售數據多維呈現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 分鐘 · 難度 ★☆☆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499616" y="4572000"/>
            <a:ext cx="1719072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499616" y="4572000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Adaptive Cards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61264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6126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丟一份原始銷售明細給 Cowork，讓它自動算出樞紐彙總、用公式連動、標出最佳與最差，並寫出關鍵發現；再把三個重點做成對話裡就能看的互動卡片，以及一份可直接轉寄的 PDF —— 同一份分析，三種給人看的方式。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51790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02082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8F5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0208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00253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上傳數據並說清楚你要的分析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36829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把參考檔案中的銷售原始 xlsx 上傳到聊天框，送出下面的提示詞。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29900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8F5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990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9718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觀察它如何自我驗證數字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3375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展開「思考流程」追蹤，觀察 Python 計算與 Excel 建立的交替步驟；確認數字有做交叉驗算後…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95935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8F5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959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94106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打開儀表板驗收成果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30682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點開產出的 xlsx 預覽，確認工作表結構；如果你想了解哪些數字是活公式、哪些是寫死的，送出下面的提示詞。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49286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8F5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49286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49103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同一份分析，換兩種給人看的方式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2760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儀表板驗收無誤後，送出下面的提示詞，請它把三個關鍵發現做成互動卡片，並另存一份 PDF 摘要。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A8F5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3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s3_02_dashboard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0A8F5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〔操作〕銷售原始 xlsx 已上傳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〔產出〕產出檔含「銷售分析儀表板」與「原始數據」兩個工作表，三張樞紐彙總表各含小計、佔比與退貨率，以 SUMIF 公式連動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〔產出〕附有三點關鍵發現與建議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764B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 / 客戶經營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內外部情報整合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0208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0208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1618488" cy="402336"/>
          </a:xfrm>
          <a:prstGeom prst="roundRect">
            <a:avLst>
              <a:gd name="adj" fmla="val 50000"/>
            </a:avLst>
          </a:prstGeom>
          <a:solidFill>
            <a:srgbClr val="8764B8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16184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304288" y="5074920"/>
            <a:ext cx="1316736" cy="402336"/>
          </a:xfrm>
          <a:prstGeom prst="roundRect">
            <a:avLst>
              <a:gd name="adj" fmla="val 50000"/>
            </a:avLst>
          </a:prstGeom>
          <a:solidFill>
            <a:srgbClr val="C43E1C"/>
          </a:solidFill>
          <a:ln/>
        </p:spPr>
      </p:sp>
      <p:sp>
        <p:nvSpPr>
          <p:cNvPr id="15" name="Text 12"/>
          <p:cNvSpPr/>
          <p:nvPr/>
        </p:nvSpPr>
        <p:spPr>
          <a:xfrm>
            <a:off x="2304288" y="5074920"/>
            <a:ext cx="13167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PowerPoint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做客戶簡報前，先問一個常被跳過的問題：我們公司內部已經知道什麼？讓 Cowork 先用企業搜尋撈出組織內既有的會議紀錄與往來資料，再上網深度研究補外部資訊，最後接力做成一份有憑有據的 PowerPoint。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51790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02082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0208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00253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先問內部：我們已經知道什麼？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36829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先不要上傳任何檔案，也先不要上網查。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29900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990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9718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再問外部：把缺的補起來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3375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把參考檔案中的研究簡報大綱 md 上傳到聊天框，送出下面的提示詞。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95935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959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94106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多技能接力：內部＋外部 → 投影片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30682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確認研究摘要 research-report.md 已寫出，並看到 PowerPoint 技能被載入後…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49286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49286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49103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驗收：哪些能講、哪些要先查證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2760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點開 PowerPoint 預覽，確認 8 頁結構完整，找出黃色佔位符欄位與來源標註；送出下面的提示詞。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4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s4_03_deck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〔操作〕你一個檔案都沒上傳，Cowork 就用企業搜尋撈出組織內既有的客戶資料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〔判斷〕你看得出內部已知什麼、缺什麼，才決定外部要查哪些面向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〔產出〕深度研究產出一份附有真實來源連結的研究摘要（.md）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4DD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7A4DD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知識工作 / 自動化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自訂技能與事件觸發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18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645920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235000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2350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技能評測 Skill Report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577840"/>
            <a:ext cx="321868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577840"/>
            <a:ext cx="32186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事件觸發任務 Event-driven task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把你每週都要做的固定工作教給 Cowork 一次，看它自動幫你的技能打分數，最後再讓這個技能自己啟動 —— 收到特定的信就自動跑，連那句觸發語都不必說。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24358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174650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4DD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17465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172821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先問 Cowork：技能怎麼建？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09397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送出下面的提示詞，讓 Cowork 說明它自己的技能機制。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271576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4DD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7157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69748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Cowork 對話式幫你建技能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06324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把參考檔案中的 S5_SKILL.md 上傳，對照技能定義，再送出下面的提示詞讓 Cowork 直接建立技能。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68503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4DD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6850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66674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開新工作階段，用一句話觸發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03250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關閉目前的 Cowork 對話，開啟一個全新的 Cowork 聊天…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465429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4DD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46542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463600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讓技能自己啟動：設一個事件觸發任務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00176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送出下面的提示詞，把剛才那個技能掛到「收到特定信件」這個事件上。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7A4DD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5_01_how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s5_03_report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7A4DD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〔操作〕customer-weekly-report 技能已建立並同步到 OneDrive 的 Documents/Cowork/skills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〔評測〕你看到了技能報告的分數，並說得出四個維度分別在評什麼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〔判斷〕你知道「高分」不等於「通過」，因為安全與 RAI 掃描是獨立的關卡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01952"/>
            <a:ext cx="493776" cy="493776"/>
          </a:xfrm>
          <a:prstGeom prst="ellipse">
            <a:avLst/>
          </a:prstGeom>
          <a:solidFill>
            <a:srgbClr val="CA501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02996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819656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50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生產力 / 個人效率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749040" y="1819656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把規則改成你自己的判斷標準（你的 VIP 名單、你的象限定義），打造專屬分流邏輯。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8680" y="2743200"/>
            <a:ext cx="493776" cy="493776"/>
          </a:xfrm>
          <a:prstGeom prst="ellipse">
            <a:avLst/>
          </a:prstGeom>
          <a:solidFill>
            <a:srgbClr val="0067B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287121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2660904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7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 / 售前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749040" y="2660904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把背景檔換成你真實的客戶資料（去識別化後），讓 Cowork 產生你下一場拜訪的 brief。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68680" y="3584448"/>
            <a:ext cx="493776" cy="493776"/>
          </a:xfrm>
          <a:prstGeom prst="ellipse">
            <a:avLst/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3712464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350215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8F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 / 營運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749040" y="3502152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換成你自己的銷售或營運數據，產生屬於你部門的儀表板。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68680" y="4425696"/>
            <a:ext cx="493776" cy="493776"/>
          </a:xfrm>
          <a:prstGeom prst="ellipse">
            <a:avLst/>
          </a:prstGeom>
          <a:solidFill>
            <a:srgbClr val="8764B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4553712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54480" y="4343400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764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 / 客戶經營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3749040" y="4343400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換成你自己負責的客戶，先跑企業搜尋看看公司內部到底累積了多少你不知道的資料。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68680" y="5266944"/>
            <a:ext cx="493776" cy="493776"/>
          </a:xfrm>
          <a:prstGeom prst="ellipse">
            <a:avLst/>
          </a:prstGeom>
          <a:solidFill>
            <a:srgbClr val="7A4DDB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" y="5394960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54480" y="5184648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4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知識工作 / 自動化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749040" y="5184648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把段落與用語改成你公司真正的週報格式，建立屬於你自己的版本。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260604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8036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271576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6" name="Text 3">
            <a:hlinkClick r:id="rId3" tooltip=""/>
          </p:cNvPr>
          <p:cNvSpPr/>
          <p:nvPr/>
        </p:nvSpPr>
        <p:spPr>
          <a:xfrm>
            <a:off x="1417320" y="300837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aka.ms/CoworkPlaybook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502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389534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425696"/>
            <a:ext cx="237744" cy="23774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05840" y="437083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01184"/>
            <a:ext cx="237744" cy="23774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05840" y="4846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Sol／Terra、GPT 6 Astra、Opus 5、Claude Sonnet 5、Claude Fable 5.1</a:t>
            </a:r>
            <a:endParaRPr lang="en-US" sz="14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376672"/>
            <a:ext cx="237744" cy="23774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005840" y="532180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 Effort：Light／Medium（預設）／High／Extra High／Max —— 越高越徹底，但較慢且耗用更多點數</a:t>
            </a:r>
            <a:endParaRPr lang="en-US" sz="14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852160"/>
            <a:ext cx="237744" cy="237744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005840" y="5797296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25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從提問到交辦，標準你決定，執行交給 Cowork。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</dc:title>
  <dc:subject>PptxGenJS Presentation</dc:subject>
  <dc:creator>Andy Hung</dc:creator>
  <cp:lastModifiedBy>Andy Hung</cp:lastModifiedBy>
  <cp:revision>1</cp:revision>
  <dcterms:created xsi:type="dcterms:W3CDTF">2026-09-10T21:35:32Z</dcterms:created>
  <dcterms:modified xsi:type="dcterms:W3CDTF">2026-09-10T21:35:32Z</dcterms:modified>
</cp:coreProperties>
</file>