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5" Type="http://schemas.openxmlformats.org/officeDocument/2006/relationships/image" Target="../media/image-21-4.png"/><Relationship Id="rId6" Type="http://schemas.openxmlformats.org/officeDocument/2006/relationships/image" Target="../media/image-21-5.png"/><Relationship Id="rId7" Type="http://schemas.openxmlformats.org/officeDocument/2006/relationships/image" Target="../media/image-2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個製造業工作情境，看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製造業版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範例檔下載後拖進對話，以及哪些情境會動到信箱與行事曆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交接晨報、設備異常雙軌處理、品質數據洞察、供應商到期提醒、週產能報告技能，逐一拆解工作流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素材下載後拖進對話即可，不需事先放進 OneDrive · 準備時間 約 5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下載範例檔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每個情境的〈參考檔案〉區都有下載連結，點了就存到你的電腦。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信箱：它會建立草稿，不會擅自寄出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草擬信件。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行事曆：本週留一些空檔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有幾個情境會請 Cowork 排會議或建立提醒，寫進的是你自己的行事曆。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916936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916936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97180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96265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Teams：先想好要貼到哪裡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23697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有情境會請 Cowork 張貼 Teams 訊息。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產出會存到你的 OneDrive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產生的檔案會存進你自己的 OneDrive，也可以在對話右側的側邊欄直接預覽或下載。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959352"/>
            <a:ext cx="5272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959352"/>
            <a:ext cx="6858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401421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400507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技能資料夾：現場建立，不要先放進去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279392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有情境會示範現場建立自訂技能。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要練的情境，它的參考檔案都已下載到你的電腦</a:t>
            </a:r>
            <a:endParaRPr lang="en-US" sz="105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清楚核准卡出現時要逐格檢查收件者，練習信不會寄給真實對象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行事曆本週有空檔，可以讓它排入測試會議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962851" cy="91440"/>
          </a:xfrm>
          <a:prstGeom prst="rect">
            <a:avLst/>
          </a:prstGeom>
          <a:solidFill>
            <a:srgbClr val="A4262C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6" y="2194560"/>
            <a:ext cx="914400" cy="914400"/>
          </a:xfrm>
          <a:prstGeom prst="ellipse">
            <a:avLst/>
          </a:prstGeom>
          <a:solidFill>
            <a:srgbClr val="A4262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74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生產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早班交接晨報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Daily Briefing · Email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8–10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7251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7251" y="1828800"/>
            <a:ext cx="1962851" cy="91440"/>
          </a:xfrm>
          <a:prstGeom prst="rect">
            <a:avLst/>
          </a:prstGeom>
          <a:solidFill>
            <a:srgbClr val="C15317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477" y="2194560"/>
            <a:ext cx="914400" cy="914400"/>
          </a:xfrm>
          <a:prstGeom prst="ellipse">
            <a:avLst/>
          </a:prstGeom>
          <a:solidFill>
            <a:srgbClr val="C15317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5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0403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設備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0403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設備異常雙軌處理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50403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· Scheduling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68691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14422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14422" y="1828800"/>
            <a:ext cx="1962851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品質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187574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品質數據變洞察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Adaptive Cards · Email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05862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9–10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51593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51593" y="1828800"/>
            <a:ext cx="1962851" cy="9144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1" name="Shape 26"/>
          <p:cNvSpPr/>
          <p:nvPr/>
        </p:nvSpPr>
        <p:spPr>
          <a:xfrm>
            <a:off x="7875819" y="2194560"/>
            <a:ext cx="914400" cy="914400"/>
          </a:xfrm>
          <a:prstGeom prst="ellipse">
            <a:avLst/>
          </a:prstGeom>
          <a:solidFill>
            <a:srgbClr val="5C2D91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745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供應商管理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24745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供應商到期提醒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24745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· Teams · Calendar Management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43033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88764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88764" y="1828800"/>
            <a:ext cx="1962851" cy="91440"/>
          </a:xfrm>
          <a:prstGeom prst="rect">
            <a:avLst/>
          </a:prstGeom>
          <a:solidFill>
            <a:srgbClr val="986F0B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12990" y="2194560"/>
            <a:ext cx="914400" cy="914400"/>
          </a:xfrm>
          <a:prstGeom prst="ellipse">
            <a:avLst/>
          </a:prstGeom>
          <a:solidFill>
            <a:srgbClr val="986F0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158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61916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自動化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61916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週產能報告技能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661916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80204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12–15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4262C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A426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生產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早班交接晨報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8–10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038387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Daily Briefing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把夜班的生產與巡檢紀錄，還有你自己的異常判斷規則交給 Cowork，讓它每天早上依同一套邏輯做出一份「交接晨報」，並自動草擬一封摘要信給廠長 —— 核准後才送出。這個情境展現的是一次對話裡從讀 Excel、套規則、到寫信，四段技能自主接力完成，中途不必重新下指令切換。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262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上傳兩份檔案，要求依規則產出交接晨報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MFG1_夜班生產與巡檢紀錄.xlsx 與 MFG1_異常判斷規則與交接簡報格式.md 兩份檔案一起上傳到聊天框…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262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檢查是否真的抓出跨紀錄比對的規則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Cowork 產出的交接晨報，找到 A 產線傳送帶的相關紀錄…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A4262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請它把重點改寫成信件寄給廠長，核准後才送出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在同一個對話裡，送出下面的提示詞，要求把緊急事項整理成信件直接發送給廠長。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4262C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A4262C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核准卡給你三個選擇：按下動作鍵（傳送）＝只放行這一次；按動作鍵旁邊的下拉箭頭＝這個工作階段內同類動作都不再問…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A4262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1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A4262C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〔產出〕晨報包含四個固定段落（今日概況／緊急 Top 3／追蹤清單／下一班提醒）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〔判斷〕同一設備 24 小時內多次停機有被正確累計並列為緊急，而非分開輕描淡寫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〔判斷〕安全近失事件無論當下判斷多輕微，都有被列入緊急事項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1531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1531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設備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設備異常雙軌處理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8764B8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描述一個設備異常，讓 Cowork 在同一個對話裡真的動手做兩件事：草擬信件給維修廠商、並建立一場現場會勘會議邀請 —— 兩者都要你核准才會真正送出／建立。展現的是 Cowork 能跨兩個系統真的執行動作，而不是只給你兩段文字要你自己複製貼上。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53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貼上異常通報單，請它草擬信件給維修廠商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MFG2_設備異常通報單.md 上傳到聊天框，送出下面的提示詞，要求信件明確包含設備編號、異常現象…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53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緊接著在同一個對話，請它安排現場會勘會議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在同一個對話裡，直接送出下面的提示詞，不需要重新說明設備異常的背景。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1531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確認兩個動作都已真正完成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 Outlook 確認維修信在寄件匣，到行事曆確認會議邀請已建立；再用下面的提示詞請它確認兩個動作的完成狀態。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15317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C15317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核准卡給你三個選擇：按下動作鍵（傳送／建立）＝只放行這一次；按動作鍵旁邊的下拉箭頭＝這個工作階段內同類動作都不再…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1531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2_01_email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2_03_both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1531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〔產出〕給廠商的信件包含設備編號、異常現象、已嘗試措施與保固狀態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〔產出〕會議邀請正確帶入根因會勘的說明，且與會者為品保主管與設備工程組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〔核准〕兩個動作都各自出現核准卡，且核准後才真正送出／建立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品質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品質數據變洞察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9–10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975104" y="4572000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5C2E91"/>
          </a:solidFill>
          <a:ln/>
        </p:spPr>
      </p:sp>
      <p:sp>
        <p:nvSpPr>
          <p:cNvPr id="13" name="Text 10"/>
          <p:cNvSpPr/>
          <p:nvPr/>
        </p:nvSpPr>
        <p:spPr>
          <a:xfrm>
            <a:off x="1975104" y="457200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上傳你自己的進料檢驗原始數據，讓 Cowork 建樞紐分析、算不良率趨勢、揪出本月表現最差的供應商，先在對話裡用一張互動卡片講重點，再接力草擬一封跟進信給品保主管 —— 核准後才寄出。展現 Excel 分析、Adaptive Cards 呈現與 Email 發送三個技能的自主接力。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上傳原始數據，要求依供應商與週別做樞紐分析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MFG3_進料檢驗與不良品原始數據.xlsx 上傳到聊天框，送出下面的提示詞…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請它先用一張互動卡片在對話裡呈現本月重點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在同一個對話裡，送出下面的提示詞，請它用一張卡片在聊天視窗裡呈現本月重點。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接力請它草擬一封跟進信給品保主管，核准後寄出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在同一個對話裡，送出下面的提示詞，要求把分析重點整理成信件直接發送給品保主管。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E7C86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E7C86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樞紐分析與卡片摘要都是唯讀分析，不會觸發核准卡；要求「發送」跟進信時核准卡才出現。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3_01_piv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3_03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〔產出〕樞紐分析正確依供應商與週別計算不良率，數字與原始數據一致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〔判斷〕有找出本月不良率上升趨勢最明顯的供應商，且有具體依據而非憑印象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〔產出〕互動卡片能在不開檔案的情況下先掌握本月重點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C2D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供應商管理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供應商到期提醒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8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905256" cy="402336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905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91056" y="457200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</p:sp>
      <p:sp>
        <p:nvSpPr>
          <p:cNvPr id="13" name="Text 10"/>
          <p:cNvSpPr/>
          <p:nvPr/>
        </p:nvSpPr>
        <p:spPr>
          <a:xfrm>
            <a:off x="1591056" y="457200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63240" y="4572000"/>
            <a:ext cx="3977640" cy="402336"/>
          </a:xfrm>
          <a:prstGeom prst="roundRect">
            <a:avLst>
              <a:gd name="adj" fmla="val 50000"/>
            </a:avLst>
          </a:prstGeom>
          <a:solidFill>
            <a:srgbClr val="004E8C"/>
          </a:solidFill>
          <a:ln/>
        </p:spPr>
      </p:sp>
      <p:sp>
        <p:nvSpPr>
          <p:cNvPr id="15" name="Text 12"/>
          <p:cNvSpPr/>
          <p:nvPr/>
        </p:nvSpPr>
        <p:spPr>
          <a:xfrm>
            <a:off x="3063240" y="457200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 Management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上傳供應商稽核與證書總表 PDF，讓 Cowork 抓出即將到期或已逾期的證書，草擬一則 1 對 1 Teams 訊息提醒負責採購 —— 不依賴特定頻道存在 —— 並建立稽核拜訪的行事曆提醒，兩者都走核准卡。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PDF，請它抓出即將到期或已逾期的證書並依負責採購分組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MFG4_供應商稽核與證書到期總表.pdf 上傳到聊天框，送出下面的提示詞…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請它針對每位負責採購草擬 1 對 1 提醒訊息，核准後發送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在同一個對話裡，送出下面的提示詞，請它針對每位負責採購各自草擬一則 Teams 訊息並直接發送。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針對已逾期供應商，建立稽核拜訪的行事曆提醒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在同一個對話裡，送出下面的提示詞，要求針對已逾期供應商建立稽核拜訪的行事曆邀請。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C2D91">
                <a:alpha val="6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5C2D91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PDF 抓取是唯讀分析，不觸發核准卡；但「發送」Teams 訊息與「建立」行事曆邀請各自有核准卡。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4_01_ex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4_03_calendar_approv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5C2D91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〔產出〕正確從 PDF 抓出「即將到期」與「已逾期」的項目，且日期與 PDF 一致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〔產出〕依負責採購正確分組，沒有混淆或遺漏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〔核准〕Teams 提醒訊息以 1 對 1 方式發送，核准後才送出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6F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986F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自動化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週產能報告技能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12–15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把各產線的原始產能數據與報告規則教給 Cowork，做成一個叫 weekly-output-report 的自訂技能：之後只要一句話，就能重複產出結構化週產能報告，還能分享給同班別的同事 —— 把你的判斷標準變成組織可重複使用的資產。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86F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先問清楚技能如何建立與命名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送出下面的提示詞，先讓 Cowork 說明自訂技能的命名規則、存放位置與生效方式，再動手建立。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86F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 Cowork 直接建立 weekly-output-report 技能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MFG5_SKILL.md 上傳到聊天框，送出下面的提示詞，要求直接建立技能。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86F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開新工作階段，用一句話產出週報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關閉現在的對話，開一個全新的工作階段。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86F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檢視技能是否忠實反映數據、且能被分享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Cowork 產出的週報，逐項與原始數據對照；再打開技能詳細頁確認可以分享；然後用下面的提示詞請它說明判斷…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986F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5_01_how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5_04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986F0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〔操作〕weekly-output-report 技能已建立，且規則包含四個固定段落與防護欄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〔操作〕新工作階段能用一句話觸發技能，不必重述規則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〔判斷〕產出的週報數字與原始數據一致，未達標項目有被明確標示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9384"/>
            <a:ext cx="438912" cy="438912"/>
          </a:xfrm>
          <a:prstGeom prst="ellipse">
            <a:avLst/>
          </a:prstGeom>
          <a:solidFill>
            <a:srgbClr val="A4262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70632"/>
            <a:ext cx="438912" cy="438912"/>
          </a:xfrm>
          <a:prstGeom prst="ellipse">
            <a:avLst/>
          </a:prstGeom>
          <a:solidFill>
            <a:srgbClr val="C15317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5C2D91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294376"/>
            <a:ext cx="438912" cy="438912"/>
          </a:xfrm>
          <a:prstGeom prst="ellipse">
            <a:avLst/>
          </a:prstGeom>
          <a:solidFill>
            <a:srgbClr val="986F0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391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19656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42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生產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6195" y="1819656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換成你自己產線的日誌格式與門檻值，一樣適用。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803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660904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31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設備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6195" y="2660904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換成你自己產線真實的設備異常與聯絡人，一樣可以用。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216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502152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品質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86195" y="3502152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換成你自己的進料或製程檢驗數據，一樣適用。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343400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供應商管理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586195" y="4343400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換成你自己的供應商稽核清單 PDF，一樣適用。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041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184648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6F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 · 自動化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86195" y="5184648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換成你自己產線的原始數據格式與目標值，一樣適用。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製造業</dc:title>
  <dc:subject>PptxGenJS Presentation</dc:subject>
  <dc:creator>Andy Hung</dc:creator>
  <cp:lastModifiedBy>Andy Hung</cp:lastModifiedBy>
  <cp:revision>1</cp:revision>
  <dcterms:created xsi:type="dcterms:W3CDTF">2026-08-31T16:24:59Z</dcterms:created>
  <dcterms:modified xsi:type="dcterms:W3CDTF">2026-08-31T16:24:59Z</dcterms:modified>
</cp:coreProperties>
</file>