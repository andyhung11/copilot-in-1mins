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個製造業工作情境，看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製造業版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交接晨報、設備異常雙軌處理、品質數據洞察、供應商到期提醒、週產能報告技能，逐一拆解工作流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A4262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早班交接晨報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Daily Briefing · Email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C15317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設備異常雙軌處理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Scheduling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品質數據變洞察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Adaptive Cards · Email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9–10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5C2D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供應商到期提醒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Teams · Calendar Management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週產能報告技能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26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早班交接晨報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038387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Daily Briefing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把夜班的生產與巡檢紀錄，還有你自己的異常判斷規則交給 Cowork，讓它每天早上依同一套邏輯做出一份「交接晨報」，並自動草擬一封摘要信給廠長 —— 核准後才送出。這個情境展現的是一次對話裡從讀 Excel、套規則、到寫信，四段技能自主接力完成，中途不必重新下指令切換。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上傳兩份檔案，要求依規則產出交接晨報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把夜班紀錄與你的判斷規則一起上傳，明確要求 Cowork 依規則裡的邏輯整理，而不是隨意摘要。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檢查是否真的抓出跨紀錄比對的規則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重點檢查：A 產線的傳送帶異音在 24 小時內跳機了 3 次…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請它把重點改寫成信件寄給廠長，核准後才送出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晨報只是第一步；接著在同一個對話裡，換一個技能——把緊急事項改寫成一封信，並要求直接發送。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A4262C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A4262C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產出交接晨報本身是內部文件草稿，不會觸發審核卡；但只要你要求「寄給廠長」，就會停在行動前審核卡…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1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晨報包含四個固定段落（今日概況／緊急 Top 3／追蹤清單／下一班提醒）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同一設備 24 小時內多次停機有被正確累計並列為緊急，而非分開輕描淡寫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安全近失事件無論當下判斷多輕微，都有被列入緊急事項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1531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設備異常雙軌處理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描述一個設備異常，讓 Cowork 在同一個對話裡真的動手做兩件事：草擬信件給維修廠商、並建立一場現場會勘會議邀請 —— 兩者都要你核准才會真正送出／建立。展現的是 Cowork 能跨兩個系統真的執行動作，而不是只給你兩段文字要你自己複製貼上。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貼上異常通報單，請它草擬信件給維修廠商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上傳通報單後，明確要求 Cowork 把設備編號、異常現象、已嘗試措施與保固狀態都寫進信裡，並直接要求「發送」。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緊接著在同一個對話，請它安排現場會勘會議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這一步展現「同一個對話接力兩個系統的真動作」：不用開新對話、不用重講背景…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確認兩個動作都已真正完成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兩張核准卡都通過後，工作區的「輸出」會同時看到：一封已送出的維修信、一場已建立的會議邀請。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15317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15317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這個情境有兩張獨立的核准卡：一次是外寄 Email 給廠商，一次是建立跨部門的會議邀請。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2_01_email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2_03_both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給廠商的信件包含設備編號、異常現象、已嘗試措施與保固狀態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會議邀請正確帶入根因會勘的說明，且與會者為品保主管與設備工程組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兩個動作都各自出現核准卡，且核准後才真正送出／建立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品質數據變洞察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9–10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5C2E9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Adaptive Cards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上傳你自己的進料檢驗原始數據，讓 Cowork 建樞紐分析、算不良率趨勢、揪出本月表現最差的供應商，先在對話裡用一張互動卡片講重點，再接力草擬一封跟進信給品保主管 —— 核准後才寄出。展現 Excel 分析、Adaptive Cards 呈現與 Email 發送三個技能的自主接力。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上傳原始數據，要求依供應商與週別做樞紐分析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不要只說「幫我看一下」；直接指定要依供應商與週別做樞紐彙總、算出每週不良率，並要求它找出本月不良率呈上升趨勢…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請它先用一張互動卡片在對話裡呈現本月重點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這一步用到手冊目前唯一一次的 Adaptive Cards 技能：Cowork 會在聊天視窗直接畫出一張結構化卡…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接力請它草擬一封跟進信給品保主管，核准後寄出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最後換一個技能，把分析結果寫成信件並要求直接發送。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C86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E7C86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樞紐分析與卡片摘要都是唯讀分析，不會觸發審核卡；但要求「發送」跟進信給品保主管時…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3_01_piv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3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樞紐分析正確依供應商與週別計算不良率，數字與原始數據一致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有找出本月不良率上升趨勢最明顯的供應商，且有具體依據而非憑印象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互動卡片能在不開檔案的情況下先掌握本月重點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D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供應商到期提醒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063240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5" name="Text 12"/>
          <p:cNvSpPr/>
          <p:nvPr/>
        </p:nvSpPr>
        <p:spPr>
          <a:xfrm>
            <a:off x="3063240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上傳供應商稽核與證書總表 PDF，讓 Cowork 抓出即將到期或已逾期的證書，草擬一則 1 對 1 Teams 訊息提醒負責採購 —— 不依賴特定頻道存在 —— 並建立稽核拜訪的行事曆提醒，兩者都走核准卡。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 PDF，請它抓出即將到期或已逾期的證書並依負責採購分組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 PDF 後，明確要求依「狀態」欄位篩出即將到期與已逾期兩類，並依負責採購分組列出…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請它針對每位負責採購草擬 1 對 1 提醒訊息，核准後發送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這裡刻意用 1 對 1 訊息而不是發到某個「品保群組」頻道——因為你自己的 Teams 不一定有那個頻道…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針對已逾期供應商，建立稽核拜訪的行事曆提醒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對已逾期的供應商，光提醒可能不夠，還需要排一次實地稽核拜訪。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C2D91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C2D91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PDF 抓取到期資訊是唯讀分析，不會觸發審核卡；但「發送」Teams 提醒與「建立」行事曆邀請都是會影響他人…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4_01_ex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4_03_calendar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正確從 PDF 抓出「即將到期」與「已逾期」的項目，且日期與 PDF 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依負責採購正確分組，沒有混淆或遺漏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 提醒訊息以 1 對 1 方式發送，核准後才送出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週產能報告技能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把各產線的原始產能數據與報告規則教給 Cowork，做成一個叫 weekly-output-report 的自訂技能：之後只要一句話，就能重複產出結構化週產能報告，還能分享給同班別的同事 —— 把你的判斷標準變成組織可重複使用的資產。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weekly-output-report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開新工作階段，用一句話產出週報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技能建立後，開一個新工作階段，上傳原始產能數據，再用一句觸發語要求它做「產能週報」。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檢視技能是否忠實反映數據、且能被分享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打開產出的週報，逐項核對：稼動率與良率數字是否與原始數據一致、未達標項目有沒有被明確標示…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5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weekly-output-report 技能已建立，且規則包含四個固定段落與防護欄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產出的週報數字與原始數據一致，未達標項目有被明確標示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A4262C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C15317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換成你自己產線的日誌格式與門檻值，一樣適用。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換成你自己產線真實的設備異常與聯絡人，一樣可以用。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換成你自己的進料或製程檢驗數據，一樣適用。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換成你自己的供應商稽核清單 PDF，一樣適用。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換成你自己產線的原始數據格式與目標值，一樣適用。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製造業</dc:title>
  <dc:subject>PptxGenJS Presentation</dc:subject>
  <dc:creator>Andy Hung</dc:creator>
  <cp:lastModifiedBy>Andy Hung</cp:lastModifiedBy>
  <cp:revision>1</cp:revision>
  <dcterms:created xsi:type="dcterms:W3CDTF">2026-08-20T13:10:49Z</dcterms:created>
  <dcterms:modified xsi:type="dcterms:W3CDTF">2026-08-20T13:10:49Z</dcterms:modified>
</cp:coreProperties>
</file>