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5" Type="http://schemas.openxmlformats.org/officeDocument/2006/relationships/image" Target="../media/image-20-4.png"/><Relationship Id="rId6" Type="http://schemas.openxmlformats.org/officeDocument/2006/relationships/image" Target="../media/image-20-5.png"/><Relationship Id="rId7" Type="http://schemas.openxmlformats.org/officeDocument/2006/relationships/image" Target="../media/image-2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5 個電信業工作情境，看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電信業版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737360" y="17739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2128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737360" y="28529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3291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953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7373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43708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申訴案三來源時序還原、SLA 月結逐封核准、個資外洩 72 小時待命、客訴根因分析、SLA 判定技能，五個「只有 Cowork 做得到」的工作流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97433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737360" y="5010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54498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962851" cy="91440"/>
          </a:xfrm>
          <a:prstGeom prst="rect">
            <a:avLst/>
          </a:prstGeom>
          <a:solidFill>
            <a:srgbClr val="1B4B8F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6" y="2194560"/>
            <a:ext cx="914400" cy="914400"/>
          </a:xfrm>
          <a:prstGeom prst="ellipse">
            <a:avLst/>
          </a:prstGeom>
          <a:solidFill>
            <a:srgbClr val="1B4B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474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申訴處理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NCC 申訴案三來源時序還原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 · Excel · OneDrive 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77251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77251" y="1828800"/>
            <a:ext cx="1962851" cy="9144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5" name="Shape 12"/>
          <p:cNvSpPr/>
          <p:nvPr/>
        </p:nvSpPr>
        <p:spPr>
          <a:xfrm>
            <a:off x="3401477" y="2194560"/>
            <a:ext cx="914400" cy="91440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645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50403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企業服務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50403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企業專線 SLA 月結與逐封核准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50403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Outlook · Automation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68691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14422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14422" y="1828800"/>
            <a:ext cx="1962851" cy="91440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C50F1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7574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資安通報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187574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個資外洩 72 小時通報待命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187574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 · Event Trigger · Outlook · Calendar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05862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20–25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51593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351593" y="1828800"/>
            <a:ext cx="1962851" cy="9144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1" name="Shape 26"/>
          <p:cNvSpPr/>
          <p:nvPr/>
        </p:nvSpPr>
        <p:spPr>
          <a:xfrm>
            <a:off x="7875819" y="2194560"/>
            <a:ext cx="914400" cy="91440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87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4745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客訴分析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24745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月度客訴根因分析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24745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OneDrive Search · Analysis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43033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88764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588764" y="1828800"/>
            <a:ext cx="1962851" cy="91440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12990" y="2194560"/>
            <a:ext cx="914400" cy="914400"/>
          </a:xfrm>
          <a:prstGeom prst="ellipse">
            <a:avLst/>
          </a:prstGeom>
          <a:solidFill>
            <a:srgbClr val="038387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158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61916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自訂技能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661916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SLA 判定技能與技能衝突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661916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 · Skill Report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9680204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20–25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B8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B4B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申訴處理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NCC 申訴案三來源時序還原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59152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359152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32095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3209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Search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主管機關轉來一件民眾申訴，限期七個工作日回覆。難的從來不是寫公文，而是寫之前要把散在三個系統的紀錄拼成一條事件線 —— 而且這三份紀錄彼此對不上。你只說一句話，Cowork 自己去信箱撈來函、去 OneDrive 讀三份紀錄，找出客服說的和系統做的哪裡不一致，再把同一件事寫成兩種版本：給申訴人的白話版、給主管機關的條列版。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4B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一句話下任務，不給附件、不指定檔案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不要說「附件是客服紀錄」，也不要告訴它哪個檔案在哪。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4B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看它把三個來源湊齊 —— 這一步不必你動手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工作區會即時顯示它做了什麼：搜尋信箱找 NCC 來函、取得預設硬碟、瀏覽到指定資料夾…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4B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關鍵時刻：它抓到客服說的與系統做的對不上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實測結果，它找出兩處落差並明確標示：**中斷起算** —— 客戶 8/11 10:35 才申告…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4B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兩份草稿，以及它明確拒絕填的五個空格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兩份回覆都存成 Outlook 草稿、未寄出。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B4B8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tel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tel1_04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1B4B8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沒有上傳任何附件，Cowork 自己從信箱與 OneDrive 取得全部素材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明確指出客服「當日派工」承諾與工單實際建立時間的落差，未沿用錯誤陳述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服務中斷起算採設備異常時間，而非客戶首次申告時間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企業服務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企業專線 SLA 月結與逐封核准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八家企業客戶的專線月結，判定誰該賠、賠多少、然後寄出賠償通知。這個情境的重點不在計算 —— 而在**它會不會請求你一次核准八封信**。答案是不會，而且是它自己說「我一次只送一封」。這個情境刻意與其他用批次核准的情境形成對照：涉及對外承諾金額的動作，效率不該優先於正確。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要一張完整總表，不論賠或不賠都要列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提示詞裡刻意要求「不論賠或不賠都要列，並寫出判定理由」。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驗收總表：兩個最容易算錯的地方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實測八家判定全對，而且它主動點名了兩個陷阱。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核准卡的收件者欄位是空的 —— 這一格一定要看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這一步是本情境最實用的一課。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一次只送一封 —— 而且是它自己堅持的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核准第一封之後，只有長慶生技那封被寄出，另外兩封留在草稿匣，它接著問「請告知要核准哪一封，我一次只送一封」。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tel2_01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tel2_04_one_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總表列出全部八家，不論賠或不賠都附判定理由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宏遠科技扣除計畫性維護後判為不賠（若只看總中斷會誤賠）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凱鈺網通因可用率未達標而判為要賠（若只看時數門檻會漏賠）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50F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資安通報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個資外洩 72 小時通報待命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20–25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282549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2825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 Trigger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359152" y="507492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2359152" y="507492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個資外洩通報最怕的不是不會寫，是**時鐘從哪一刻開始走算錯了**。事件發生與事件發現經常相差好幾天，法定 72 小時是從「發現」起算 —— 算錯一次，你會以為早就逾期，或以為還很充裕。這個情境建立一個事件觸發任務讓 Cowork 待命：資安通報信一進來就自己醒來，讀 SOP 判等級、算出還剩幾小時，並把三個里程碑排進行事曆。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建立觸發任務：把判斷基準指向 SOP，不要抄進提示詞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提示詞只說「依 SOP 判定，特別注意 72 小時起算點規定」，沒有把分級標準抄進去。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0906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0723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確認進入待命 —— 這一步別跳過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4381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建立完成不等於開始待命。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953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770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自動化頁面：所有待命中的任務都在這裡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428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自動化頁面是這個情境的「管理視角」，也是回答一個常見疑慮的地方 —— **「它會不會在我不知道的情況下一直跑？」…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7000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817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起算點：它明確寫出「非 08-20，兩者相差約 6 日 7 小時」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474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這是整個情境的核心。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04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486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批次核准的正確用法：三個內部行事曆事件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52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這裡出現了**全部核准 (3)** 的批次卡，而同一份教材的 TEL2 卻嚴禁批次核准 —— 兩者放在一起看最有…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tel3_01_trigger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tel3_06_approve_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觸發任務建立後確實進入待命狀態，測試信是在待命之後才寄出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法定 72 小時自「發現時間」起算，並同時載明發生時間與兩者落差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若誤用發生時間會得出「已逾期」的錯誤結論，此差異有被指出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764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客訴分析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月度客訴根因分析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32095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3209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Search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兩百筆客訴原始文字，沒有分類、沒有標籤，就是客戶怎麼說就怎麼記。一般做法是分類、統計、然後照件數排優先序 —— 而這正是最容易做錯的地方。這個情境要示範的是：**件數最多的類別，不一定是最該優先處理的問題。**差別在集中度，而集中度要靠跨檔案比對才看得出來。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要求同時給出兩種排序，並解釋為何不同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提示詞的關鍵在最後一句：「報告要同時呈現件數排序與建議處理優先序，並說明兩者為何不同」。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結論：修一個基站，消除三成客訴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實測把兩百筆歸為六類，訊號類 60 件（30.0%）為最大類。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764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它多做的三件事，比分析本身更值得看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**一、它發現修復後客訴沒有停。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8764B8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8764B8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這個情境全程沒有對外動作，因此不會出現核准卡 —— 產出是一份存進 OneDrive 的分析報告。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tel4_01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兩百筆原始文字被歸納成不超過八個類別，並附件數與佔比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報告同時呈現件數排序與建議處理優先序，並說明兩者不同的理由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最大類別的集中維度有被指出（集中在哪、集中度多少）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3838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自訂技能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SLA 判定技能與技能衝突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20–25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 Report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TEL2 的 SLA 判定邏輯寫成自訂技能，規則就從「每次要重講」變成「一次寫好、永遠生效」。但技能一多就會出現新問題：**它們會搶同一批請求**。這個情境的重點不是把技能做出來，而是讓它先去比對你既有的技能清單，找出哪些會打架，再把排除條款寫進描述裡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3838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在寫描述之前，先請它比對既有技能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提示詞裡有一句話決定了這個情境的成敗：「在寫描述之前，請先比對我現有的技能清單…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3838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它找出六個會搶觸發的技能，並各自指名接手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這是本情境最有價值的產出。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3838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技能報告：分數不是評語，是可以拆解的診斷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技能建立、更新或驗證時，Cowork 會**自動**回傳一份技能報告：0～100 分…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3838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用真實資料驗證：宏遠改判、凱鈺照賠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技能寫完不等於有效。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tel5_01_copyfile_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tel5_03_skill_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38387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SKILL.md 有 YAML frontmatter，name 與 description 兩個欄位都存在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description 裡有明確的觸發語句，不只是功能說明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比對過既有技能清單，找出會搶觸發的技能並列出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29384"/>
            <a:ext cx="438912" cy="438912"/>
          </a:xfrm>
          <a:prstGeom prst="ellipse">
            <a:avLst/>
          </a:prstGeom>
          <a:solidFill>
            <a:srgbClr val="1B4B8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70632"/>
            <a:ext cx="438912" cy="438912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611880"/>
            <a:ext cx="438912" cy="438912"/>
          </a:xfrm>
          <a:prstGeom prst="ellipse">
            <a:avLst/>
          </a:prstGeom>
          <a:solidFill>
            <a:srgbClr val="C50F1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453128"/>
            <a:ext cx="438912" cy="438912"/>
          </a:xfrm>
          <a:prstGeom prst="ellipse">
            <a:avLst/>
          </a:prstGeom>
          <a:solidFill>
            <a:srgbClr val="8764B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294376"/>
            <a:ext cx="438912" cy="438912"/>
          </a:xfrm>
          <a:prstGeom prst="ellipse">
            <a:avLst/>
          </a:prstGeom>
          <a:solidFill>
            <a:srgbClr val="038387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3911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1819656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申訴處理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6195" y="1819656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換成你們自己的申訴處理原則文件，測試同一套流程能不能直接沿用。</a:t>
            </a:r>
            <a:endParaRPr lang="en-US" sz="13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803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660904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企業服務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86195" y="2660904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把門檻與比率改成你們自己的 SLA 條款，只改規則文件、不動提示詞。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216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502152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資安通報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586195" y="3502152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把觸發關鍵字換成你們實際的資安通報主旨前綴。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343400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客訴分析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586195" y="4343400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把上個月的客訴一起丟進去，讓它比較兩個月的類別消長。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0410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184648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83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電信業 · 自訂技能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586195" y="5184648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 TEL1 的申訴時序還原也做成技能，讓兩個技能各司其職。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 · 電信業</dc:title>
  <dc:subject>PptxGenJS Presentation</dc:subject>
  <dc:creator>Andy Hung</dc:creator>
  <cp:lastModifiedBy>Andy Hung</cp:lastModifiedBy>
  <cp:revision>1</cp:revision>
  <dcterms:created xsi:type="dcterms:W3CDTF">2026-08-27T19:35:03Z</dcterms:created>
  <dcterms:modified xsi:type="dcterms:W3CDTF">2026-08-27T19:35:03Z</dcterms:modified>
</cp:coreProperties>
</file>