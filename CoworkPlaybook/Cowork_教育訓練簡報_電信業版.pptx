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個電信業工作情境，看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電信業版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素材課前放進 OneDrive 與信箱，讓 Cowork 自己去找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申訴案三來源時序還原、SLA 月結逐封核准、個資外洩 72 小時待命、客訴根因分析、SLA 判定技能，五個「只有 Cowork 做得到」的工作流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素材課前先放進 OneDrive 的 文件/Cowork_Lab/電信業/，練習時 Cowork 自己去找 · 準備時間 約 10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OneDrive 資料夾，把四個情境的素材放進去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OneDrive 建立 文件/Cowork_Lab/電信業/，底下再開四個子資料夾：TEL1_申訴案…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📇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把聯絡窗口清單放在母層，信件才寄得出去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要放在 電信業 母資料夾，不要放進任何子資料夾 —— 放母層 Cowork 比較容易撈到。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寄一封 TEL1 的來函給自己（另一封先不要寄）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 TEL1_NCC轉來函.md 的主旨與內文，用你自己的帳號寄一封給自己。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行事曆留些空檔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TEL3 會在你的行事曆排入 T+24h／T+48h／T+72h 三個里程碑，本週保留一些空檔即可。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不需要準備 Teams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電信業五個情境都用不到 Teams。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技能資料夾先保持乾淨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TEL5 是現場建立技能的示範，所以不要先把 TEL5_SKILL.md 放進 文件/Cowork/skills…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的「電信業」底下四個子資料夾都看得到，檔案打得開</a:t>
            </a:r>
            <a:endParaRPr lang="en-US" sz="1050" dirty="0"/>
          </a:p>
        </p:txBody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在「電信業」母層，不是在子資料夾裡</a:t>
            </a:r>
            <a:endParaRPr lang="en-US" sz="1050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信箱裡有 TEL1 的 NCC 轉來函</a:t>
            </a:r>
            <a:endParaRPr lang="en-US" sz="1050" dirty="0"/>
          </a:p>
        </p:txBody>
      </p:sp>
      <p:sp>
        <p:nvSpPr>
          <p:cNvPr id="45" name="Text 4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1B4B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NCC 申訴案三來源時序還原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Excel · OneDrive 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企業專線 SLA 月結與逐封核准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Outlook · Automation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 72 小時通報待命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Outlook · Calendar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月度客訴根因分析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OneDrive Search · Analysis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SLA 判定技能與技能衝突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B4B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NCC 申訴案三來源時序還原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主管機關轉來一件民眾申訴，限期七個工作日回覆。難的從來不是寫公文，而是寫之前要把散在三個系統的紀錄拼成一條事件線 —— 而且這三份紀錄彼此對不上。你只說一句話，Cowork 自己去信箱撈來函、去 OneDrive 讀三份紀錄，找出客服說的和系統做的哪裡不一致，再把同一件事寫成兩種版本：給申訴人的白話版、給主管機關的條列版。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一句話下任務，不給附件、不指定檔案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打開工作區，確認它自己找齊了五份素材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展開右側工作區，逐項看它做了哪些動作，再用下面的提示詞問它讀取的順序。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自己先找矛盾點，再看它的判定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先自己翻過那三份 xlsx，找出客服說法與系統紀錄對不上的地方；再用下面的提示詞請它逐條列出，跟你找到的對照。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B4B8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Outlook 草稿匣核對兩份回覆，並清出待補空格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兩份回覆都已存成 Outlook 草稿、未寄出。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1_04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1B4B8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〔操作〕沒有上傳任何附件，Cowork 自己從信箱與 OneDrive 取得全部素材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〔操作〕兩份回覆都停留在 Outlook 草稿匣，你已實際打開草稿匣核對過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〔時間線〕明確指出客服「當日派工」承諾與工單實際建立時間的落差，未沿用錯誤陳述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企業專線 SLA 月結與逐封核准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八家企業客戶的專線月結，判定誰該賠、賠多少、然後寄出賠償通知。這個情境的重點不在計算 —— 而在它會不會請求你一次核准八封信。答案是不會，而且是它自己說「我一次只送一封」。這個情境刻意與其他用批次核准的情境形成對照：涉及對外承諾金額的動作，效率不該優先於正確。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要一張完整總表，不論賠或不賠都要列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自己驗算兩家，再看它的判定對不對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先別急著往下走。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核准第一封，並逐格檢查核准卡的收件者欄位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用下面的提示詞核准第一封。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確認只寄出一封，並問它為什麼不批次送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Outlook 確認只有第一封離開草稿匣、其餘仍在，再用下面的提示詞問它為什麼不一次送完。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2_01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2_04_one_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〔總表〕列出全部八家，不論賠或不賠都附判定理由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〔總表〕宏遠科技扣除計畫性維護後判為不賠（只看總中斷會誤賠）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〔總表〕凱鈺網通因可用率未達標而判為要賠（只看時數門檻會漏賠）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 72 小時通報待命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359152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2359152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個資外洩通報最怕的不是不會寫，是時鐘從哪一刻開始走算錯了。事件發生與事件發現經常相差好幾天，法定 72 小時是從「發現」起算 —— 算錯一次，你會以為早就逾期，或以為還很充裕。這個情境建立一個事件觸發任務讓 Cowork 待命：資安通報信一進來就自己醒來，讀 SOP 判等級、算出還剩幾小時、產出通報內容，同時也示範了觸發任務該做什麼、不該做什麼。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建立觸發任務：只讓它做不需要核准的事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送出下面的提示詞建立觸發任務。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問它為什麼觸發任務不能包含需要核准的動作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用下面的提示詞讓它自己解釋這條限制。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按下「啟用自動化」，並確認狀態是使用中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在「新的自動化」設定卡上按下右下角的「啟用自動化」，到自動化頁面確認它列在上面且不是「已暫停」。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到觸發器詳細頁看執行記錄，不是看「執行」清單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寄出測試信後，回到自動化頁面點進這個觸發器本身，捲到最下方看「執行記錄」。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核心考點：自己找出信裡的兩個時間，再驗它取哪一個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先自己讀一遍測試信，找出裡面的兩個時間 —— 事件發生時間與事件發現時間。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526280" y="630936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526280" y="6309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5166360" y="629107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人工接手：把行事曆與通報信補完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5166360" y="665683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確認期限與分級沒問題後，在同一個對話裡接著下指令，把需要核准的部分做完。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3_01_trigger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3_06_approve_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〔觸發器〕執行內容只包含判定與計算，沒有寄信或排行事曆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〔觸發器〕設定卡按下「啟用自動化」後，自動化頁面確實看得到這個觸發器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〔觸發器〕測試信是在觸發器進入待命之後才寄出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月度客訴根因分析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兩百筆客訴原始文字，沒有分類、沒有標籤，就是客戶怎麼說就怎麼記。一般做法是分類、統計、然後照件數排優先序 —— 而這正是最容易做錯的地方。這個情境要示範的是：件數最多的類別，不一定是最該優先處理的問題。差別在集中度，而集中度要靠跨檔案比對才看得出來。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要求同時給出兩種排序，並解釋為何不同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核對它為什麼把最大類別排在第一：件數，還是集中度？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看完報告後，用下面的提示詞追問它排序的依據。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找出它「多做的三件事」，這比分析本身更值得看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在報告裡找出三處沒有人要求它做的內容，再用下面的提示詞請它把不確定的部分全部列出來對照。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8764B8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8764B8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這個情境全程不會出現核准卡 —— 沒有對外動作，產出是一份存進 OneDrive 的分析報告。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4_01_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〔歸類〕兩百筆原始文字被歸納成不超過八個類別，並附件數與佔比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〔兩份排序〕報告同時呈現件數排序與建議處理優先序，並說明兩者不同的理由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〔根因〕最大類別的集中維度有被指出（集中在哪、集中度多少）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SLA 判定技能與技能衝突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TEL2 的 SLA 判定邏輯寫成自訂技能，規則就從「每次要重講」變成「一次寫好、永遠生效」。但技能一多就會出現新問題：它們會搶同一批請求。這個情境的重點不是把技能做出來，而是讓它先去比對你既有的技能清單，找出哪些會打架，再把排除條款寫進描述裡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在寫描述之前，先請它比對既有技能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檢查每條排除條款有沒有「指名接手」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打開它產出的衝突對照表，逐條檢查排除條款有沒有指名該由哪個技能接手，再用下面的提示詞補問。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讀技能報告的四個面向，並追問失分原因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技能建立完成時，Cowork 會自動回傳一份技能報告。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3838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 TEL2 的真實資料實跑一次，驗證技能真的有效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技能寫完不等於有效。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tel5_01_copyfile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tel5_03_skill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3838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〔技能檔〕SKILL.md 有 YAML frontmatter，name 與 description 兩個欄位都存在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〔技能檔〕description 裡有明確的觸發語句，不只是功能說明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〔衝突表〕比對過既有技能清單，找出會搶觸發的技能並列出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1B4B8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C50F1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8764B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038387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申訴處理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換成你們自己的申訴處理原則文件，測試同一套流程能不能直接沿用。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企業服務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把門檻與比率改成你們自己的 SLA 條款，只改規則文件、不動提示詞。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資安通報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把觸發關鍵字換成你們實際的資安通報主旨前綴。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客訴分析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把上個月的客訴一起丟進去，讓它比較兩個月的類別消長。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83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電信業 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 TEL1 的申訴時序還原也做成技能，讓兩個技能各司其職。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電信業</dc:title>
  <dc:subject>PptxGenJS Presentation</dc:subject>
  <dc:creator>Andy Hung</dc:creator>
  <cp:lastModifiedBy>Andy Hung</cp:lastModifiedBy>
  <cp:revision>1</cp:revision>
  <dcterms:created xsi:type="dcterms:W3CDTF">2026-09-10T16:44:11Z</dcterms:created>
  <dcterms:modified xsi:type="dcterms:W3CDTF">2026-09-10T16:44:11Z</dcterms:modified>
</cp:coreProperties>
</file>