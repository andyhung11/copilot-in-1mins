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7 個零售通路營運的真實情境，看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素材課前放進 OneDrive 與信箱，讓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週年慶戰情會、缺貨調查、收貨差異索賠、取貨尖峰排班、逾時訂單升級、週一營運簡報、通路折扣例外，逐一拆解工作流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14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連外部系統，官方目錄已有 92 個合作夥伴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排程提示（上限 25 個）與事件觸發任務、投入 Effort 五級調節品質與成本、自訂技能建立後自動產生技能報告（0–100 分四維度，另有含 Safety and RAI 掃描的 5 道獨立關卡）、本機 Edge 瀏覽器（2026/8 GA）、影像生成、Plugins／MCP 連外部系統。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素材課前先放進 OneDrive 的 文件/Cowork_Lab/零售通路/，練習時 Cowork 自己去找 · 準備時間 約 25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先看懂這份教材的日期設定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素材裡的日期是固定寫死的模擬日期：資料截止日是 2026-10-12，週年慶開賣日是 2026-11-06…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OneDrive 資料夾，把七個情境的素材放進去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OneDrive 建立 文件/Cowork_Lab/零售通路/，底下再開七個子資料夾：RET1_檔期戰情…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把聯絡窗口清單放在母層，並填上真的收得到信的帳號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聯絡窗口清單.md 要放在 零售通路 母資料夾，不要放進任何子資料夾。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建好「Zava 週年慶戰情室」頻道，貼第一則背景貼文（情境 1、4、5、6 會用到）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在團隊「Copilot Cowork」（或你有權限的任一團隊）底下建立頻道 Zava 週年慶戰情室…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在行事曆建兩個事件，不要加出席者（情境 1、6 會用到）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Outlook 或 OWA 建：① Zava 週年慶戰情會 #3：2026-10-19…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建好 Planner 群組計畫「Zava 週年慶準備」（情境 2、4 會建任務）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在上面那個團隊下建立群組計畫 Zava 週年慶準備，計畫裡先不放任何任務。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把三個「練習中才上傳」的檔案放進 OneDrive 的 _上傳用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RET3_供應商發票明細.csv（情境 3）、RET5_OMS逾時訂單匯出.csv…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2 的警示信課前不要寄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信箱_種入用/RET2_庫存異常警示信.md 是情境 2 設好事件觸發之後，才寄給自己…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的「零售通路」底下七個子資料夾都看得到，檔案打得開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_上傳用 裡有三個練習中才用的檔案（或你打算練到那步再手動拖進對話框）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聯絡窗口清單在「零售通路」母層，不是在子資料夾裡，而且 Email 欄已經填了收得到信的帳號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區域營運</a:t>
            </a:r>
            <a:endParaRPr lang="en-US" sz="897" dirty="0"/>
          </a:p>
        </p:txBody>
      </p:sp>
      <p:sp>
        <p:nvSpPr>
          <p:cNvPr id="10" name="Text 7"/>
          <p:cNvSpPr/>
          <p:nvPr/>
        </p:nvSpPr>
        <p:spPr>
          <a:xfrm>
            <a:off x="731520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週年慶戰情會：整體準備度夠高，就能開賣嗎？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31520" y="4369841"/>
            <a:ext cx="117213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Meetings · Excel · PowerPoint · Teams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731520" y="4915738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5A2A1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庫存與收貨控制</a:t>
            </a:r>
            <a:endParaRPr lang="en-US" sz="978" dirty="0"/>
          </a:p>
        </p:txBody>
      </p:sp>
      <p:sp>
        <p:nvSpPr>
          <p:cNvPr id="18" name="Text 14"/>
          <p:cNvSpPr/>
          <p:nvPr/>
        </p:nvSpPr>
        <p:spPr>
          <a:xfrm>
            <a:off x="2324274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缺貨不是沒貨：警示信一到，就自己查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2324274" y="4255262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 · Adaptive Cards · Excel · Planner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2324274" y="5179568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2D4A3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庫存與收貨控制</a:t>
            </a:r>
            <a:endParaRPr lang="en-US" sz="897" dirty="0"/>
          </a:p>
        </p:txBody>
      </p:sp>
      <p:sp>
        <p:nvSpPr>
          <p:cNvPr id="26" name="Text 21"/>
          <p:cNvSpPr/>
          <p:nvPr/>
        </p:nvSpPr>
        <p:spPr>
          <a:xfrm>
            <a:off x="3917028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收貨差異與索賠：差最多的批次不是該索賠的</a:t>
            </a:r>
            <a:endParaRPr lang="en-US" sz="1170" dirty="0"/>
          </a:p>
        </p:txBody>
      </p:sp>
      <p:sp>
        <p:nvSpPr>
          <p:cNvPr id="27" name="Text 22"/>
          <p:cNvSpPr/>
          <p:nvPr/>
        </p:nvSpPr>
        <p:spPr>
          <a:xfrm>
            <a:off x="3917028" y="4369841"/>
            <a:ext cx="117213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Word · OneDrive Search · Outlook</a:t>
            </a:r>
            <a:endParaRPr lang="en-US" sz="936" dirty="0"/>
          </a:p>
        </p:txBody>
      </p:sp>
      <p:sp>
        <p:nvSpPr>
          <p:cNvPr id="28" name="Text 23"/>
          <p:cNvSpPr/>
          <p:nvPr/>
        </p:nvSpPr>
        <p:spPr>
          <a:xfrm>
            <a:off x="3917028" y="4915738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門市營運</a:t>
            </a:r>
            <a:endParaRPr lang="en-US" sz="897" dirty="0"/>
          </a:p>
        </p:txBody>
      </p:sp>
      <p:sp>
        <p:nvSpPr>
          <p:cNvPr id="34" name="Text 28"/>
          <p:cNvSpPr/>
          <p:nvPr/>
        </p:nvSpPr>
        <p:spPr>
          <a:xfrm>
            <a:off x="5509783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取貨尖峰的人力缺口：總工時夠，不代表撐得住 17 點</a:t>
            </a:r>
            <a:endParaRPr lang="en-US" sz="1170" dirty="0"/>
          </a:p>
        </p:txBody>
      </p:sp>
      <p:sp>
        <p:nvSpPr>
          <p:cNvPr id="35" name="Text 29"/>
          <p:cNvSpPr/>
          <p:nvPr/>
        </p:nvSpPr>
        <p:spPr>
          <a:xfrm>
            <a:off x="5509783" y="4369841"/>
            <a:ext cx="117213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Planner · 行事曆 Calendar · Teams</a:t>
            </a:r>
            <a:endParaRPr lang="en-US" sz="936" dirty="0"/>
          </a:p>
        </p:txBody>
      </p:sp>
      <p:sp>
        <p:nvSpPr>
          <p:cNvPr id="36" name="Text 30"/>
          <p:cNvSpPr/>
          <p:nvPr/>
        </p:nvSpPr>
        <p:spPr>
          <a:xfrm>
            <a:off x="5509783" y="4915738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5B2A6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3797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電商履約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102537" y="3598418"/>
            <a:ext cx="1172130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逾時訂單：不是每一單都是物流慢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7102537" y="4423664"/>
            <a:ext cx="117213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Excel / CSV · Teams · Outlook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102537" y="5100320"/>
            <a:ext cx="1172130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1D4A7A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區域營運</a:t>
            </a:r>
            <a:endParaRPr lang="en-US" sz="978" dirty="0"/>
          </a:p>
        </p:txBody>
      </p:sp>
      <p:sp>
        <p:nvSpPr>
          <p:cNvPr id="50" name="Text 42"/>
          <p:cNvSpPr/>
          <p:nvPr/>
        </p:nvSpPr>
        <p:spPr>
          <a:xfrm>
            <a:off x="8695291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週一營運簡報：好看的數字不是全貌</a:t>
            </a:r>
            <a:endParaRPr lang="en-US" sz="1275" dirty="0"/>
          </a:p>
        </p:txBody>
      </p:sp>
      <p:sp>
        <p:nvSpPr>
          <p:cNvPr id="51" name="Text 43"/>
          <p:cNvSpPr/>
          <p:nvPr/>
        </p:nvSpPr>
        <p:spPr>
          <a:xfrm>
            <a:off x="8695291" y="4255262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排程 Schedule · Teams · Word</a:t>
            </a:r>
            <a:endParaRPr lang="en-US" sz="1020" dirty="0"/>
          </a:p>
        </p:txBody>
      </p:sp>
      <p:sp>
        <p:nvSpPr>
          <p:cNvPr id="52" name="Text 44"/>
          <p:cNvSpPr/>
          <p:nvPr/>
        </p:nvSpPr>
        <p:spPr>
          <a:xfrm>
            <a:off x="8695291" y="4842764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7A3B12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定價治理</a:t>
            </a:r>
            <a:endParaRPr lang="en-US" sz="978" dirty="0"/>
          </a:p>
        </p:txBody>
      </p:sp>
      <p:sp>
        <p:nvSpPr>
          <p:cNvPr id="58" name="Text 49"/>
          <p:cNvSpPr/>
          <p:nvPr/>
        </p:nvSpPr>
        <p:spPr>
          <a:xfrm>
            <a:off x="10288045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折扣例外：折扣最深的，不一定是違規的</a:t>
            </a:r>
            <a:endParaRPr lang="en-US" sz="1275" dirty="0"/>
          </a:p>
        </p:txBody>
      </p:sp>
      <p:sp>
        <p:nvSpPr>
          <p:cNvPr id="59" name="Text 50"/>
          <p:cNvSpPr/>
          <p:nvPr/>
        </p:nvSpPr>
        <p:spPr>
          <a:xfrm>
            <a:off x="10288045" y="4255262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Skills · PDF · Excel · Word</a:t>
            </a:r>
            <a:endParaRPr lang="en-US" sz="1020" dirty="0"/>
          </a:p>
        </p:txBody>
      </p:sp>
      <p:sp>
        <p:nvSpPr>
          <p:cNvPr id="60" name="Text 51"/>
          <p:cNvSpPr/>
          <p:nvPr/>
        </p:nvSpPr>
        <p:spPr>
          <a:xfrm>
            <a:off x="10288045" y="4842764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區域營運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週年慶戰情會：整體準備度夠高，就能開賣嗎？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01368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1801368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0253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200253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週年慶前十天，120 家門市的 POS 價格設定追蹤表上，絕大多數都打勾了。區域總監只想要一個答案：開賣日要不要動。難的地方是顧客看到的促銷價是在開賣前就公布的承諾，後端的 POS 設定卻是一家一家完成的——「幾家完成」和「有多少生意已經準備好」是兩個不同的問題，而這題只有後一個才算數。你要把會議、追蹤表和簡報接起來，在會前把結論講對。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先把會議、追蹤表和決議串起來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追問：到底夠不夠，差在哪幾家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上一步的結論先別急著採用，請它用決議文件的準則重新檢驗，並算出最少要修哪幾家。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直接改簡報的第 4、5 頁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出現「編輯檔案?」卡時，點主鈕旁邊的下拉箭頭，選「核准一次」。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55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把結論整理成三點貼到頻道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因為你要它「回覆」總監的提問，通常會出現「回覆頻道對話?」卡，按「回覆」；若是新貼文則是「張貼到頻道?」卡…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1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1_04b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點出依家數看是 110/120（91.7%），超過 90% 門檻，並明說這是「看起來沒問題」的來源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改用預估檔期營收加權後準備度是 85.9%，低於 90% 門檻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指出未就緒的 10 家裡有 3 家是營收前十大（S014, S008, S056），合計約占預估營收的 12.0%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A2A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庫存與收貨控制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缺貨不是沒貨：警示信一到，就自己查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04872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2404872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Planner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週年慶主打的兩個 SKU，POS 顯示庫存 0、客訴開始進來，但 DC 帳上明明各有 240 與 180 件。直覺是「有貨，兩個都調撥」。難的地方是貨在收貨隔離區，什麼時候放行、放行後多久到店，才決定來不來得及——承諾（上架死線）早於履約（放行加運送）時，同樣是有貨，結果完全不同。這個情境最後把它設成下次警示信一進來就自己跑一遍，只在需要人處理時才建任務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3408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7980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7797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建立事件觸發：警示信一到就自己查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1455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會反問幾個問題（比對條件、任務放哪裡），照畫面上的選項點選後按「下一個／提交」。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715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715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697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真的寄一封警示信給自己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062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OWA 或 Outlook 寄給自己，主旨與內文如下。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6329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63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6146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打開那次執行：看它怎麼判斷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980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在「自動化」的執行記錄點開剛剛那一筆，追問它每個 SKU 的判斷依據。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A2A1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來不及的那個，找替代方案並建 Planner 任務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出現「要新增工作嗎?」卡時，先檢查標題和到期日，再按「核准」。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2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2_04c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A2A14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反問卡出現後，你選的主旨比對條件與任務位置在回覆裡被如實複述，「啟用自動化」卡之後出現「已建立」之類的完成訊息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寄信後約一到四分鐘，「自動化」頁面的執行記錄多出一筆，不是你手動叫它跑的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回報兩個 SKU 在 POS 都是 0、DC 都有貨（SKU-10482 為 240 件、SKU-10517 為 180 件），而且沒有只因為有貨就說兩個都能調撥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D4A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庫存與收貨控制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收貨差異與索賠：差最多的批次不是該索賠的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81965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819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05456" y="507492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7" name="Text 14"/>
          <p:cNvSpPr/>
          <p:nvPr/>
        </p:nvSpPr>
        <p:spPr>
          <a:xfrm>
            <a:off x="2505456" y="507492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收貨紀錄比供應商發票多了 220 件，其中最大的一批單批就差 120 件，看起來就是它該被索賠。難的地方是差異有很多種來源：有的是真的短收，有的是檔期搭贈品不開發票。合約把「什麼算短收、什麼時候能索賠」寫得很清楚，卻不在台帳裡——你要靠對照四份來源，才知道哪一批真的有損失。最後還要把判定寫回既有的台帳，不是另開一份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先把四份來源對成一張批次表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不用上傳任何檔案，發票明細已經在 OneDrive。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依合約判斷：哪些該索賠、哪些不是短收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現在才問判斷，並要它說出每一個批次的依據，特別是差異最大的那一批。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就地把判定寫回既有的台帳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出現「編輯檔案?」卡時，點主鈕旁邊的下拉箭頭，選「核准一次」。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D4A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列出要索賠的批次，草擬給供應商的說明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這一步只要它擬稿，先不要寄。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3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3_04b_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批次表把 ASN、實收、發票、贈品並排，總差異（實收減發票）合計 220 件，與你自己加總的一致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點出 B-07 的 ASN 與實收都是 1,200 件、發票 1,080 件，差的 120 件是檔期搭贈品免計價，不是短收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說明贈品免計價的依據來自合約附件，而不是台帳；同樣道理 B-03 的 100 件也不是短收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門市營運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取貨尖峰的人力缺口：總工時夠，不代表撐得住 17 點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Planner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7647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764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 Calendar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50592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2450592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開賣前三天，台北內湖店取貨日當天的排班表上，總排班工時 96 小時、需求 88 小時，看起來綽綽有餘。難的地方是：顧客在承諾的取貨時段來店，而 17:00–19:00 那兩小時有 42 筆冷藏取貨，只有具授權資格的人才能出貨。總工時是平均數，資格與時段才是限制。這個情境最後會把解法變成有人負責、有期限的 Planner 任務、行事曆事件與 Teams 通知。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先讓它找出哪個時段撐不住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不用上傳任何檔案，四份素材都在 OneDrive 的 零售通路/RET4_取貨排班。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把解法變成 Planner 任務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在同一個對話接著問。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把取貨日的調整排進行事曆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「要建立行事曆活動嗎?」卡上可以直接改時間、標題。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3D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在戰情室頻道通知相關的人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「張貼到頻道?」卡確認內容後按「傳送」，不要按旁邊的「一律允許」。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4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4_04b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指出總工時（96 小時 vs 需求 88 小時）是夠的，問題在 17:00–19:00 的冷藏取貨，不是總量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說得出該時段在店且具冷藏資格的人數是 0，並逐一交代三位具資格者各自為什麼不在（休假、支援別店、班別 17:00 結束）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建議做法是讓班別 17:00 結束的具資格者延班到 19:00（延 2 小時），不是找人替班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B2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電商履約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逾時訂單：不是每一單都是物流慢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/ CSV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99616" y="507492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7" name="Text 14"/>
          <p:cNvSpPr/>
          <p:nvPr/>
        </p:nvSpPr>
        <p:spPr>
          <a:xfrm>
            <a:off x="1499616" y="5074920"/>
            <a:ext cx="10149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訂單匯出一打開：100 筆已經超過承諾到貨日。最順手的做法是一封「物流延誤，很抱歉」寄給全部顧客。難的地方是承諾是對顧客做的，延誤卻發生在不同的地方——有的單根本還躺在門市，沒有人揀；有的在物流商手上；有的卡在地址。說錯原因，顧客再追問一次，你還是要回頭查。這個情境要你分群、對不同的對象用不同的方式處理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先讓它依原因把訂單分群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產出一份內部升級單（Word）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它會建一份新文件，通常不需要核准；如果跳出卡片，單次核准即可。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對該催的門市貼催辦到 Teams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「張貼到頻道?」卡確認內容後按「傳送」。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2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為該通知顧客的那一群存一份草稿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它會在你的 Outlook 草稿匣建立一封信，不會寄出。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5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5_04b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B2A6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分群表的三類加總是 100 筆，每一單只歸一類，而且說明了是看揀貨開始時間、物流最新掃描、地址檢核旗標三個欄位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最大的一群是「出貨門市尚未揀貨」，71 單（71%），不是物流延誤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物流延誤 18 單、地址異常 11 單，並對應到政策裡不同的處理對象（物流商與顧客、客服）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D4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區域營運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週一營運簡報：好看的數字不是全貌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58191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 Schedule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99616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1499616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Zava 中秋檔的簡報寫著「檔期週銷售 +38%」，每個人都點頭。難的地方是促銷把未來的需求提前拿走了：檔期前後的週別往往被拉低，只看檔期週，成績會比實際好很多；而且折扣讓毛利率下降，銷售多了，賺到的錢未必多。這個情境先手動跑一次判斷，再把它變成每週一自動跑的排程，貼到 Teams 並更新週會議程。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4A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先手動跑一次：上一檔期值不值得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不用上傳，三份素材都在 OneDrive 的 零售通路/RET6_週一簡報。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547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D4A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529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建立每週一的排程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95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可能先反問（要貼到哪裡、要不要改議程）：點選項，最後按「提交」。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4A7A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1D4A7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這個情境會建立排程、貼 Teams、就地編輯週會議程。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6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6_02e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D4A7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回覆沒有停在檔期週 +38%，而是看了包含檔期前後在內的整段期間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指出檔期前兩週與後一週低於基期（-5%、-6%、-3%），四週合計淨增幅約 +6.0%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指出檔期週毛利率下降，整段期間毛利率約 25.7%（比基期低約 2.3 個百分點）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7A3B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定價治理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折扣例外：折扣最深的，不一定是違規的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74650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32304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432304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99616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1499616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同一個促銷、同一個商品，三個通路各自申請折扣例外。直覺是：折扣最深的那個最可能破底線。但毛利底線是以實際售價計的，而且供應商補貼只適用某一個通路、有條件、有期間——這些藏在一份 PDF 裡，不在政策本文。每個月你都要重新判一次。這個情境把判斷邏輯做成自己的技能，下次直接叫它判。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B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先判三筆既有的例外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政策、門檻表與登錄表在 OneDrive 的 零售通路/RET7_通路折扣例外…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5341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B1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5341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5158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把這套判斷做成技能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8816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會先寫好技能，再跳「複製檔案」核准卡，按「核准」。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7A3B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另開新任務，用技能判新的兩筆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先開一個新任務（不要在剛才的對話裡）。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A3B12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7A3B12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這個情境會建立自訂技能、並就地改你的例外登錄表。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ret7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ret7_03d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7A3B1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EX-01（官網）判為符合：補貼後毛利率 20.0%，高於底線 2.0 個百分點，並說明靠的是供應商補貼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EX-02（門市）判為符合，毛利率 20.0%；EX-03（加盟）判為違規，毛利率 15.8%，低於底線 2.2 個百分點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它明確指出補貼協議只適用官網，加盟與門市不能套用；違規的不是折扣最深的那一個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區域營運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問它：如果價格設定截止延後一天，前十大之外的門市還需要處理嗎？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5A2A1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2A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庫存與收貨控制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把隔離區清單裡某個 SKU 的預計放行日往後延兩天，再寄一封警示信，看判斷會不會翻轉。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2D4A3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庫存與收貨控制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問它：如果合約把門檻改成短收 10 件，哪些批次會被納入？台帳要怎麼改？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門市營運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問它：如果延班的那位也臨時請假，還有沒有別的解法？它會不會重新檢查授權清單與訓練天數？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5B2A6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電商履約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請它再做一份只給主管看的三句話摘要，比較「全部寄物流延誤」與「分群處理」各會發生什麼事。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1D4A7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區域營運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請它把分區與品類明細也拉進來，看毛利下降主要來自哪個區、哪個品類。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7A3B12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零售通路 · 定價治理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對技能提出修改：補貼協議過期時，結果表要多一欄「補貼是否在有效期間」，看它怎麼更新技能。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Effort：Light／Medium（預設）／High／Extra High／Max —— 越高越徹底，但較慢且耗用更多點數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25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從提問到交辦，標準你決定，執行交給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2026-10-16T13:42:49Z</dcterms:created>
  <dcterms:modified xsi:type="dcterms:W3CDTF">2026-10-16T13:42:49Z</dcterms:modified>
</cp:coreProperties>
</file>