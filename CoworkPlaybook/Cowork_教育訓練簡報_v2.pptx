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個通用工作情境，看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客戶分享版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收件匣、客戶拜訪、數據、研究簡報、自訂技能，逐一拆解工作流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889699" cy="109728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7" name="Shape 5"/>
          <p:cNvSpPr/>
          <p:nvPr/>
        </p:nvSpPr>
        <p:spPr>
          <a:xfrm>
            <a:off x="1127730" y="2194560"/>
            <a:ext cx="914400" cy="914400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898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收件匣晨間助理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31520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6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95539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95539" y="1828800"/>
            <a:ext cx="1889699" cy="109728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15" name="Shape 12"/>
          <p:cNvSpPr/>
          <p:nvPr/>
        </p:nvSpPr>
        <p:spPr>
          <a:xfrm>
            <a:off x="3383189" y="2194560"/>
            <a:ext cx="914400" cy="914400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357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6979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86979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客戶拜訪 360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86979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Outlook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86979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50998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50998" y="1828800"/>
            <a:ext cx="1889699" cy="109728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42438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242438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數據變洞察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242438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42438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406457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06457" y="1828800"/>
            <a:ext cx="1889699" cy="109728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1" name="Shape 26"/>
          <p:cNvSpPr/>
          <p:nvPr/>
        </p:nvSpPr>
        <p:spPr>
          <a:xfrm>
            <a:off x="7894107" y="2194560"/>
            <a:ext cx="914400" cy="91440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275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97897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97897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深度研究做簡報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97897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深度研究 · PowerPoint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97897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661916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661916" y="1828800"/>
            <a:ext cx="1889699" cy="109728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49566" y="2194560"/>
            <a:ext cx="914400" cy="914400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0734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53356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753356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打造專屬技能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753356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753356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收件匣晨間助理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6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把一份『分流規則』交給 Cowork，讓它每天早上用同一套標準幫你掃過收件匣、分四象限、挑出今天非回不可的信，再產出一份 5 分鐘讀完的晨間簡報 —— 把雜亂的開機第一小時，變成一份清晰的行動清單。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上傳規則並請它分流今天的收件匣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把分流規則 md 上傳，請 Cowork 讀取你的收件匣、套用這套規則做分類，並依規則產出今天的晨間簡報。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觀察它如何讀信、逐封套規則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會載入 Outlook 技能、實際讀取你的收件匣…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收到你的每日晨間簡報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成果是一份按你規則格式排好的晨間簡報：今日焦點、今日會議、必須回覆的 ⭐ 清單（含對象與一句話重點）、等待中…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5010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A5010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這個情境是『唯讀』的 —— Cowork 只讀信、不替你回覆或寄出，所以不會跳行動審核卡，你可以放心每天讓它跑。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1_02_brief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讀取了你的真實收件匣並套用上傳的規則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今天的信被分成四象限（需我回覆／需追蹤／可授權／僅供參考）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最多 3 封最優先信被標為 ⭐，且附帶判斷理由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客戶拜訪 360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從一份客戶背景資料出發，讓 Cowork 自動產出「會前簡報重點」，會議後再請它草擬「跟進信」並在你核准後寄出 —— 完整體驗代理式工作流。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上傳背景檔並下指令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Cowork 首頁點「新增附件 → 上傳影像和檔案」，選擇背景資料 docx…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觀察代理式工作流與產出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送出後，Cowork 會自動讀取附件（載入 Word 技能）、思考、產生文件並自我驗證。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會後：草擬跟進信並核准寄出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會議結束後，請 Cowork 寫一封跟進信給客戶聯絡人。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67B8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067B8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寄信、發 Teams、建立會議等『會影響他人或對外』的動作，Cowork 一律先停下來等你核准。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cowork_approv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會前簡報 Word 檔已產生，含四個段落且內容對應背景資料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跟進信在你核准後才寄出，收件者與主旨正確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產出檔案已存到 OneDrive 的 Cowork 資料夾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數據變洞察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丟一份原始銷售明細給 Cowork，讓它自動算出樞紐彙總、用公式連動、標出最佳與最差，並寫出關鍵發現 —— 把一張流水帳變成一份能直接彙報的分析儀表板。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上傳數據並說清楚你要的分析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把原始 xlsx 上傳，並把你要的分析講具體：要哪些維度的小計與佔比、要不要退貨率、要不要標出最佳/最差…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觀察它如何自我驗證數字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不是直接套公式就交差 —— 它會先用 Python 把彙總數字算出來『對答案』…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打開儀表板驗收成果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點開產出的 xlsx 預覽：頂部是 KPI 區（總銷售額／訂單／退貨／整體退貨率），下面三張樞紐彙總表…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A8F5B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A8F5B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數據分析最怕『算錯卻看不出來』。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3_03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產出檔含『銷售分析儀表板』與『原始數據』兩個工作表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三張樞紐彙總表（產品線／區域／業務員）各含小計、佔比與退貨率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數字已格式化（千分位、百分比），且以 SUMIF 公式連動可重算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深度研究做簡報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深度研究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 Cowork 一份簡報大綱，讓它先上網『深度研究』一家公司、爬真實財報與新聞來源，再自動編排成一份 研究型 PowerPoint —— 一次體驗多技能編排、自我修正、誠實佔位與自我驗證的完整 agentic 工作流。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下達『先研究、再做簡報』的指令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把簡報大綱講清楚，並要求 Cowork 先深度研究目標公司、再依大綱做成 研究簡報。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看它上網做真正的深度研究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自己載入『深度研究』技能、執行多組網路搜尋（範例跑了 多組英文查詢、共 72 筆結果）…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多技能接力：研究摘要 → 做投影片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研究完成後它寫出一份研究摘要（research-report.md）…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驗收：自我驗證後交付的 研究簡報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做完投影片會自我視覺驗證（建立投影片 → 檢查錯誤 → 確認內容）再交付。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4_03_deck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自主執行深度研究、跑多組網路搜尋並附上真實來源連結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產出一份研究摘要（.md）作為簡報的事實基礎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載入第二個技能 PowerPoint，做出 8 頁 16:9 的 研究簡報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打造專屬技能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把你每週都要做的固定工作（例如客戶週報）教給 Cowork 一次，之後只要一句觸發語就能重複套用 —— 讓你的偏好與格式變成可重用的『技能』資產。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 Cowork：技能怎麼建？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不用查文件 —— 直接問 Cowork 它自己的機制。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對話式幫你建技能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不必自己開資料夾、手寫 YAML —— 直接描述你要的技能，讓 Cowork 動手建。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開新工作階段，用一句話觸發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技能通常會在『下一個工作階段』才載入，所以開一個新的 Cowork 對話，上傳這週的工作紀錄…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7A4DDB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7A4DDB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自訂技能是寫進你 OneDrive 的『持久資產』…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5_03_report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customer-weekly-report 技能已建立並同步到 OneDrive 的 Documents/Cowork/skills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的格式檢查全部通過（範例為 12 項 PASS）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新工作階段只用觸發語就成功載入技能並產出六段週報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01952"/>
            <a:ext cx="493776" cy="493776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996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19656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749040" y="1819656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把規則改成你自己的判斷標準（你的 VIP 名單、你的象限定義），打造專屬分流邏輯。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2743200"/>
            <a:ext cx="493776" cy="493776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87121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660904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749040" y="2660904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把背景檔換成你真實的客戶資料（去識別化後），讓 Cowork 產生你下一場拜訪的 brief。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3584448"/>
            <a:ext cx="493776" cy="493776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712464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50215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49040" y="3502152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換成你自己的銷售或營運數據，產生屬於你部門的儀表板。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4425696"/>
            <a:ext cx="493776" cy="493776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4553712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343400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3749040" y="4343400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換成你自己負責的客戶或目標公司，產出屬於你的 研究或市場研究簡報。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68680" y="5266944"/>
            <a:ext cx="493776" cy="493776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5394960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518464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749040" y="5184648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把段落與用語改成你公司真正的週報格式，建立屬於你自己的版本。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</dc:title>
  <dc:subject>PptxGenJS Presentation</dc:subject>
  <dc:creator>Andy Hung</dc:creator>
  <cp:lastModifiedBy>Andy Hung</cp:lastModifiedBy>
  <cp:revision>1</cp:revision>
  <dcterms:created xsi:type="dcterms:W3CDTF">2026-08-20T13:09:21Z</dcterms:created>
  <dcterms:modified xsi:type="dcterms:W3CDTF">2026-08-20T13:09:21Z</dcterms:modified>
</cp:coreProperties>
</file>