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image" Target="../media/image-21-5.png"/><Relationship Id="rId7" Type="http://schemas.openxmlformats.org/officeDocument/2006/relationships/image" Target="../media/image-2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5 個通用工作情境，看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客戶分享版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範例檔下載後拖進對話，以及哪些情境會動到信箱與行事曆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收件匣、客戶拜訪、數據、研究簡報、自訂技能，逐一拆解工作流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素材下載後拖進對話即可，不需事先放進 OneDrive · 準備時間 約 5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下載範例檔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每個情境的〈參考檔案〉區都有下載連結，點了就存到你的電腦。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信箱：它會建立草稿，不會擅自寄出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草擬信件。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行事曆：本週留一些空檔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排會議或建立提醒，寫進的是你自己的行事曆。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產出會存到你的 OneDrive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產生的檔案會存進你自己的 OneDrive，也可以在對話右側的側邊欄直接預覽或下載。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技能資料夾：現場建立，不要先放進去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有情境會示範現場建立自訂技能。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自動化頁面：先清掉殘留的任務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有情境會建立排程提示或事件觸發任務。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要練的情境，它的參考檔案都已下載到你的電腦</a:t>
            </a:r>
            <a:endParaRPr lang="en-US" sz="10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清楚核准卡出現時要逐格檢查收件者，練習信不會寄給真實對象</a:t>
            </a:r>
            <a:endParaRPr lang="en-US" sz="10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行事曆本週有空檔，可以讓它排入測試會議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889699" cy="109728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7" name="Shape 5"/>
          <p:cNvSpPr/>
          <p:nvPr/>
        </p:nvSpPr>
        <p:spPr>
          <a:xfrm>
            <a:off x="1127730" y="2194560"/>
            <a:ext cx="914400" cy="914400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898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18688"/>
            <a:ext cx="17068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 / 個人效率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3493008"/>
            <a:ext cx="17068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收件匣晨間助理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45152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6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95539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95539" y="1828800"/>
            <a:ext cx="1889699" cy="109728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15" name="Shape 12"/>
          <p:cNvSpPr/>
          <p:nvPr/>
        </p:nvSpPr>
        <p:spPr>
          <a:xfrm>
            <a:off x="3383189" y="2194560"/>
            <a:ext cx="914400" cy="914400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5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86979" y="3218688"/>
            <a:ext cx="17068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/ 售前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86979" y="3493008"/>
            <a:ext cx="17068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客戶拜訪 360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86979" y="4114800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Outlook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86979" y="4645152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50998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50998" y="1828800"/>
            <a:ext cx="1889699" cy="109728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42438" y="3218688"/>
            <a:ext cx="17068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營運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242438" y="3493008"/>
            <a:ext cx="17068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數據變洞察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242438" y="4114800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42438" y="4645152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8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406457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06457" y="1828800"/>
            <a:ext cx="1889699" cy="109728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1" name="Shape 26"/>
          <p:cNvSpPr/>
          <p:nvPr/>
        </p:nvSpPr>
        <p:spPr>
          <a:xfrm>
            <a:off x="7894107" y="2194560"/>
            <a:ext cx="914400" cy="91440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275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97897" y="3218688"/>
            <a:ext cx="17068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 / 客戶經營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97897" y="3493008"/>
            <a:ext cx="17068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深度研究做簡報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97897" y="4114800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深度研究 · PowerPoint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97897" y="4645152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10–15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661916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661916" y="1828800"/>
            <a:ext cx="1889699" cy="109728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49566" y="2194560"/>
            <a:ext cx="914400" cy="914400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34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53356" y="3218688"/>
            <a:ext cx="17068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知識工作 / 自動化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753356" y="3493008"/>
            <a:ext cx="17068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打造專屬技能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753356" y="4114800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9753356" y="4645152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 / 個人效率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收件匣晨間助理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6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把一份『分流規則』交給 Cowork，讓它每天早上用同一套標準幫你掃過收件匣、分四象限、挑出今天非回不可的信，再產出一份 5 分鐘讀完的晨間簡報 —— 把雜亂的開機第一小時，變成一份清晰的行動清單。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上傳規則並請它分流今天的收件匣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把參考檔案中的分流規則 md 上傳到聊天框，送出下面的提示詞。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觀察它如何讀信、逐封套規則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展開「思考流程」追蹤，看它如何把每封信對應到你的規則；確認收件匣與規則都有被讀取後，送出下面的提示詞。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收到你的每日晨間簡報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讀一下你的晨間簡報；如果你想了解規則在下次工作階段後是否仍然有效，送出下面的提示詞。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5010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CA5010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的核准卡讓你對每一個對外動作都有三種選擇：按下動作按鈕…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s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s1_02_brief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〔操作〕分流規則 md 已上傳，Cowork 讀取了你的真實收件匣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〔產出〕今天的信被分成四象限（需我回覆／需追蹤／可授權／僅供參考）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〔判斷〕最多 3 封最優先信被標為 ⭐，且你能看到它套用了哪一條規則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/ 售前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客戶拜訪 360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457200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57200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從一份客戶背景資料出發，讓 Cowork 自動產出「會前簡報重點」，會議後再請它草擬「跟進信」並在你核准後寄出 —— 完整體驗代理式工作流。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上傳背景檔並下指令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在聊天框點選上傳附件，把參考檔案中的客戶背景 docx 上傳，送出下面的提示詞。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觀察代理式工作流與產出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展開工作區面板，觀察它自我驗證的過程；確認它指出的日期不一致後，送出下面的提示詞。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會後：草擬跟進信並核准寄出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Word 簡報初稿的內容符合預期後，送出下面的提示詞，並在核准卡出現時確認三件事。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67B8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067B8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的核准卡讓你對每一個對外動作都有三種選擇：按下動作按鈕…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s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cowork_approve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〔操作〕客戶背景 docx 已上傳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〔產出〕Word 簡報重點含四個段落且內容對應背景資料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〔判斷〕它指出的日期不一致你能說明，並確認最終版本正確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營運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數據變洞察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8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丟一份原始銷售明細給 Cowork，讓它自動算出樞紐彙總、用公式連動、標出最佳與最差，並寫出關鍵發現 —— 把一張流水帳變成一份能直接彙報的分析儀表板。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上傳數據並說清楚你要的分析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把參考檔案中的銷售原始 xlsx 上傳到聊天框，送出下面的提示詞。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觀察它如何自我驗證數字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展開「思考流程」追蹤，觀察 Python 計算與 Excel 建立的交替步驟；確認數字有做交叉驗算後…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打開儀表板驗收成果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點開產出的 xlsx 預覽，確認工作表結構；如果你想了解哪些數字是活公式、哪些是寫死的，送出下面的提示詞。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A8F5B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A8F5B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的核准卡讓你對每一個對外動作都有三種選擇：按下動作按鈕只執行這一次；按動作按鈕旁的向下箭頭設定「此…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s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s3_03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〔操作〕銷售原始 xlsx 已上傳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〔產出〕產出檔含「銷售分析儀表板」與「原始數據」兩個工作表，三張樞紐彙總表各含小計、佔比與退貨率，以 SUMIF 公式連動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〔產出〕附有三點關鍵發現與建議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 / 客戶經營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深度研究做簡報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8764B8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深度研究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Cowork 一份簡報大綱，讓它先上網『深度研究』一家公司、爬真實財報與新聞來源，再自動編排成一份 研究型 PowerPoint —— 一次體驗多技能編排、自我修正、誠實佔位與自我驗證的完整 agentic 工作流。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下達『先研究、再做簡報』的指令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把參考檔案中的研究簡報大綱 md 上傳到聊天框，送出下面的提示詞。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看它上網做真正的深度研究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展開「搜尋網路」看它查了哪些來源；確認研究已完成後，送出下面的提示詞。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多技能接力：研究摘要 → 做投影片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確認研究摘要 research-report.md 已寫出，並看到 PowerPoint 技能被載入後…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驗收：自我驗證後交付的 研究簡報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點開 PowerPoint 預覽，確認 8 頁結構完整，並找出黃色佔位符欄位；送出下面的提示詞。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s4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s4_03_deck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〔操作〕研究簡報大綱 md 已上傳，Cowork 自主執行深度研究並跑多組網路搜尋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〔產出〕產出一份附有真實來源連結的研究摘要（.md）作為簡報的事實基礎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〔產出〕載入第二個技能 PowerPoint，做出 8 頁 16:9 研究簡報，簡報經自我驗證後交付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知識工作 / 自動化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打造專屬技能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把你每週都要做的固定工作（例如客戶週報）教給 Cowork 一次，之後只要一句觸發語就能重複套用 —— 讓你的偏好與格式變成可重用的『技能』資產。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 Cowork：技能怎麼建？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送出下面的提示詞，讓 Cowork 說明它自己的技能機制。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Cowork 對話式幫你建技能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 S5_SKILL.md 上傳，對照技能定義，再送出下面的提示詞讓 Cowork 直接建立技能。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開新工作階段，用一句話觸發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關閉目前的 Cowork 對話，開啟一個全新的 Cowork 聊天…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A4DDB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7A4DDB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的核准卡讓你對每一個對外動作都有三種選擇：按下動作按鈕只執行這一次；按動作按鈕旁的向下箭頭設定「此…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s5_01_how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s5_03_report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〔操作〕customer-weekly-report 技能已建立並同步到 OneDrive 的 Documents/Cowork/skills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〔產出〕Cowork 的格式檢查全部通過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〔產出〕新工作階段只用觸發語就成功載入技能並產出六段週報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01952"/>
            <a:ext cx="493776" cy="493776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299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 / 個人效率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把規則改成你自己的判斷標準（你的 VIP 名單、你的象限定義），打造專屬分流邏輯。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743200"/>
            <a:ext cx="493776" cy="493776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8712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6090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/ 售前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2660904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把背景檔換成你真實的客戶資料（去識別化後），讓 Cowork 產生你下一場拜訪的 brief。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584448"/>
            <a:ext cx="493776" cy="493776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71246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50215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營運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749040" y="3502152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換成你自己的銷售或營運數據，產生屬於你部門的儀表板。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425696"/>
            <a:ext cx="493776" cy="493776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55371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434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 / 客戶經營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749040" y="4343400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換成你自己負責的客戶或目標公司，產出屬於你的 研究或市場研究簡報。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5266944"/>
            <a:ext cx="493776" cy="493776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39496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1846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知識工作 / 自動化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749040" y="5184648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把段落與用語改成你公司真正的週報格式，建立屬於你自己的版本。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</dc:title>
  <dc:subject>PptxGenJS Presentation</dc:subject>
  <dc:creator>Andy Hung</dc:creator>
  <cp:lastModifiedBy>Andy Hung</cp:lastModifiedBy>
  <cp:revision>1</cp:revision>
  <dcterms:created xsi:type="dcterms:W3CDTF">2026-08-31T16:33:55Z</dcterms:created>
  <dcterms:modified xsi:type="dcterms:W3CDTF">2026-08-31T16:33:55Z</dcterms:modified>
</cp:coreProperties>
</file>