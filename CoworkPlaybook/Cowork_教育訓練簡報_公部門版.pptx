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4" Type="http://schemas.openxmlformats.org/officeDocument/2006/relationships/image" Target="../media/image-27-3.png"/><Relationship Id="rId5" Type="http://schemas.openxmlformats.org/officeDocument/2006/relationships/image" Target="../media/image-27-4.png"/><Relationship Id="rId6" Type="http://schemas.openxmlformats.org/officeDocument/2006/relationships/image" Target="../media/image-27-5.png"/><Relationship Id="rId7" Type="http://schemas.openxmlformats.org/officeDocument/2006/relationships/image" Target="../media/image-2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8 個公部門工作情境，看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公部門版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個實戰情境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政策研究、預算查核、陳情比對、領據彙整、採購說明書、計畫審查技能、議題問答、月報彙總技能，逐一拆解工作流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8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Search：組織裡要真的有東西可搜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有情境會請 Cowork 先用 Enterprise Search 盤點組織內部…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🗓️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Meetings 技能：可以用附的會議紀錄，不必真的開會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有情境會用 Meetings 技能摘要會議決議。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行事曆：本週留一些空檔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排會議或建立提醒，寫進的是你自己的行事曆。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行事曆本週有空檔，可以讓它排入測試會議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2522144" cy="9144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7" name="Shape 5"/>
          <p:cNvSpPr/>
          <p:nvPr/>
        </p:nvSpPr>
        <p:spPr>
          <a:xfrm>
            <a:off x="1571968" y="1901952"/>
            <a:ext cx="658368" cy="658368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09" y="2046793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6517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政策研究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" y="29260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跨方案政策研究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34015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 · Word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36544" y="17373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6544" y="1737360"/>
            <a:ext cx="2522144" cy="9144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14" name="Shape 11"/>
          <p:cNvSpPr/>
          <p:nvPr/>
        </p:nvSpPr>
        <p:spPr>
          <a:xfrm>
            <a:off x="4368432" y="1901952"/>
            <a:ext cx="658368" cy="658368"/>
          </a:xfrm>
          <a:prstGeom prst="ellipse">
            <a:avLst/>
          </a:prstGeom>
          <a:solidFill>
            <a:srgbClr val="A437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273" y="2046793"/>
            <a:ext cx="368686" cy="3686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9696" y="26517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預算管理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09696" y="29260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預算執行率查核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09696" y="34015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Email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33008" y="17373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33008" y="1737360"/>
            <a:ext cx="2522144" cy="914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1" name="Shape 17"/>
          <p:cNvSpPr/>
          <p:nvPr/>
        </p:nvSpPr>
        <p:spPr>
          <a:xfrm>
            <a:off x="7164895" y="1901952"/>
            <a:ext cx="658368" cy="658368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36" y="2046793"/>
            <a:ext cx="368686" cy="36868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6160" y="26517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陳情服務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6160" y="29260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陳情案件法規比對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6160" y="34015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Email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29471" y="17373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29471" y="1737360"/>
            <a:ext cx="2522144" cy="9144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28" name="Shape 23"/>
          <p:cNvSpPr/>
          <p:nvPr/>
        </p:nvSpPr>
        <p:spPr>
          <a:xfrm>
            <a:off x="9961359" y="1901952"/>
            <a:ext cx="658368" cy="658368"/>
          </a:xfrm>
          <a:prstGeom prst="ellipse">
            <a:avLst/>
          </a:prstGeom>
          <a:solidFill>
            <a:srgbClr val="C19A3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200" y="2046793"/>
            <a:ext cx="368686" cy="36868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02623" y="26517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經費核銷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02623" y="29260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領據收據彙整提醒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102623" y="34015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PDF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40080" y="42519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0080" y="4251960"/>
            <a:ext cx="2522144" cy="91440"/>
          </a:xfrm>
          <a:prstGeom prst="rect">
            <a:avLst/>
          </a:prstGeom>
          <a:solidFill>
            <a:srgbClr val="107C41"/>
          </a:solidFill>
          <a:ln/>
        </p:spPr>
      </p:sp>
      <p:sp>
        <p:nvSpPr>
          <p:cNvPr id="35" name="Shape 29"/>
          <p:cNvSpPr/>
          <p:nvPr/>
        </p:nvSpPr>
        <p:spPr>
          <a:xfrm>
            <a:off x="1571968" y="4416552"/>
            <a:ext cx="658368" cy="658368"/>
          </a:xfrm>
          <a:prstGeom prst="ellipse">
            <a:avLst/>
          </a:prstGeom>
          <a:solidFill>
            <a:srgbClr val="107C41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809" y="4561393"/>
            <a:ext cx="368686" cy="36868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13232" y="51663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採購管理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13232" y="54406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採購案說明書起草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713232" y="59161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Meetings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3436544" y="42519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436544" y="4251960"/>
            <a:ext cx="2522144" cy="9144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42" name="Shape 35"/>
          <p:cNvSpPr/>
          <p:nvPr/>
        </p:nvSpPr>
        <p:spPr>
          <a:xfrm>
            <a:off x="4368432" y="4416552"/>
            <a:ext cx="658368" cy="658368"/>
          </a:xfrm>
          <a:prstGeom prst="ellipse">
            <a:avLst/>
          </a:prstGeom>
          <a:solidFill>
            <a:srgbClr val="005A9E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273" y="4561393"/>
            <a:ext cx="368686" cy="36868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509696" y="51663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計畫審查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3509696" y="54406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計畫審查檢核技能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3509696" y="59161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6233008" y="42519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233008" y="4251960"/>
            <a:ext cx="2522144" cy="91440"/>
          </a:xfrm>
          <a:prstGeom prst="rect">
            <a:avLst/>
          </a:prstGeom>
          <a:solidFill>
            <a:srgbClr val="7A3E9D"/>
          </a:solidFill>
          <a:ln/>
        </p:spPr>
      </p:sp>
      <p:sp>
        <p:nvSpPr>
          <p:cNvPr id="49" name="Shape 41"/>
          <p:cNvSpPr/>
          <p:nvPr/>
        </p:nvSpPr>
        <p:spPr>
          <a:xfrm>
            <a:off x="7164895" y="4416552"/>
            <a:ext cx="658368" cy="658368"/>
          </a:xfrm>
          <a:prstGeom prst="ellipse">
            <a:avLst/>
          </a:prstGeom>
          <a:solidFill>
            <a:srgbClr val="7A3E9D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736" y="4561393"/>
            <a:ext cx="368686" cy="36868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306160" y="51663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業務溝通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6306160" y="54406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議題問答準備</a:t>
            </a:r>
            <a:endParaRPr lang="en-US" sz="1300" dirty="0"/>
          </a:p>
        </p:txBody>
      </p:sp>
      <p:sp>
        <p:nvSpPr>
          <p:cNvPr id="53" name="Text 44"/>
          <p:cNvSpPr/>
          <p:nvPr/>
        </p:nvSpPr>
        <p:spPr>
          <a:xfrm>
            <a:off x="6306160" y="59161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 · Word · Email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9029471" y="4251960"/>
            <a:ext cx="252214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9029471" y="4251960"/>
            <a:ext cx="2522144" cy="91440"/>
          </a:xfrm>
          <a:prstGeom prst="rect">
            <a:avLst/>
          </a:prstGeom>
          <a:solidFill>
            <a:srgbClr val="4A5A6A"/>
          </a:solidFill>
          <a:ln/>
        </p:spPr>
      </p:sp>
      <p:sp>
        <p:nvSpPr>
          <p:cNvPr id="56" name="Shape 47"/>
          <p:cNvSpPr/>
          <p:nvPr/>
        </p:nvSpPr>
        <p:spPr>
          <a:xfrm>
            <a:off x="9961359" y="4416552"/>
            <a:ext cx="658368" cy="658368"/>
          </a:xfrm>
          <a:prstGeom prst="ellipse">
            <a:avLst/>
          </a:prstGeom>
          <a:solidFill>
            <a:srgbClr val="4A5A6A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200" y="4561393"/>
            <a:ext cx="368686" cy="368686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102623" y="5166360"/>
            <a:ext cx="237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行政管理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9102623" y="5440680"/>
            <a:ext cx="237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例行月報彙總技能</a:t>
            </a:r>
            <a:endParaRPr lang="en-US" sz="1300" dirty="0"/>
          </a:p>
        </p:txBody>
      </p:sp>
      <p:sp>
        <p:nvSpPr>
          <p:cNvPr id="60" name="Text 50"/>
          <p:cNvSpPr/>
          <p:nvPr/>
        </p:nvSpPr>
        <p:spPr>
          <a:xfrm>
            <a:off x="9102623" y="5916168"/>
            <a:ext cx="237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050" dirty="0"/>
          </a:p>
        </p:txBody>
      </p:sp>
      <p:sp>
        <p:nvSpPr>
          <p:cNvPr id="61" name="Text 5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政策研究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跨方案政策研究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593592" cy="402336"/>
          </a:xfrm>
          <a:prstGeom prst="roundRect">
            <a:avLst>
              <a:gd name="adj" fmla="val 50000"/>
            </a:avLst>
          </a:prstGeom>
          <a:solidFill>
            <a:srgbClr val="B4009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593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把一份跨方案政策研究需求交給 Cowork，讓它先用 Enterprise Search 盤點機關內部（OneDrive／SharePoint）是否已有相關研究，避免重工，再針對缺口做外部研究補充，最後交由 Word 整理成一份來源分清楚的跨方案比較簡報 —— 不是開一次 Chat 問一次答、自己去對照兩個模型的答案，而是內部知識優先、外部驗證在後的一次多技能接力。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上傳研究需求，請它先用 Enterprise Search 盤點內部既有資料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GOV1_政策研究需求與比較框架.md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觀察內部盤點結果，決定外部研究的範圍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看完內部盤點結果，再送出下面的提示詞，只針對缺口做外部研究。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交由 Word 整理成跨方案政策比較簡報，來源分內部／外部標示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送出下面的提示詞，把內部盤點與外部研究一起交給 Word 整理成正式簡報。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6CBD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內部搜尋與外部研究整理都屬於唯讀彙整工作，不會觸發審核卡；但因為這份報告要呈送長官作為決策參考…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1_01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1_03_report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 有實際找到機關內部文件並列出重點摘要，而非憑空生成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外部研究確實聚焦在內部尚未涵蓋的缺口，而非重複盤點過的內容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比較簡報清楚標示每一筆資訊的來源是「內部既有」或「外部研究」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A437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預算管理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預算執行率查核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10–12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把各科室的預算執行原始數據交給 Cowork，讓它在 Excel 中驗算執行率與進度落差、標示落後的科目，核准後再由它直接寄信提醒對應承辦人儘速執行 —— 從單純的 Excel 內部驗算，延伸成一次真正跨系統的提醒動作。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上傳原始數據，請它在 Excel 中驗算執行率並標示落後科目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GOV2_預算執行數據.xlsx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檢查驗算結果與落後標示是否正確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 Excel，抽查幾個科目。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核准後，請它寄信提醒落後科目的承辦人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確認查核表無誤後，送出下面的提示詞，請它為落後科目的承辦人各寫一封提醒信。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4373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A4373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Excel 中驗算與標示落後科目屬於內部整理，不會觸發審核卡；但一旦要求它寄信通知承辦人，就屬於對外…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2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驗算的執行率與進度落差公式正確，且與原始數據一致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落後科目的標示門檻合理，且確實對應原始數據中的落差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提醒信的內容忠於查核結果，數字與科目一一對應，沒有寄錯對象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陳情服務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陳情案件法規比對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10–12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把一件民眾陳情案背景交給 Cowork，讓它在 Word 中找出可能相關的法規條文並逐段加註解說明，核准後再由它整理簽核摘要、寄信送給主管請求簽核 —— 從單純的文件內加註解，延伸成一次真正的送簽動作。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4B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上傳陳情案件背景，請它找出並比對相關法規條文，加註解說明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GOV3_陳情案件背景.docx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4B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檢查法規比對是否正確、註解理由是否站得住腳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打開加註後的文件，逐條核對註解。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4B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核准後，請它整理簽核摘要並寄送給主管簽核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法規比對確認無誤後，送出下面的提示詞整理簽核摘要並送簽。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B4B8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5B4B8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在文件中加註法規比對屬於內部準備工作，不會觸發審核卡；但一旦你要求 Cowork 把簽核摘要「寄送」給主管…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3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文件中每一段法規比對都附有具體理由，並可回溯到案情原文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引用的法規條文經你或法制人員核實確實存在且適用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簽核摘要內容與法規比對結果一致，沒有超出比對範圍的推論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19A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經費核銷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領據收據彙整提醒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8–10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905256" cy="402336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905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把一份多筆領據收據明細的 PDF 交給 Cowork，讓它辨識金額與科目、彙整成 Excel 核銷清單，並依核銷規則標示缺收據或僅有領據（無發票）的項目，最後提醒對應同仁補件 —— 把一疊零散單據變成一份可以直接送核的彙整表。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9A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上傳單據明細與核銷規則，請它彙整成 Excel 核銷清單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GOV4_領據收據明細.pdf 與 GOV4_核銷規則與科目對照.md 兩份一起上傳，送出下面的提示詞。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9A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檢查彙整結果，確認缺漏項目標示正確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 Excel，核對辨識結果。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9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Excel 預覽，確認可直接送核銷流程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打開彙整完成的 Excel 預覽。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19A3D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C19A3D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這個情境只是在 Excel 中產生彙整清單，沒有直接對外寄送，因此不會跳出審核卡。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4_03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清單中的金額與科目與原始單據明細一致，沒有辨識錯誤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「缺收據」與「憑證類型不符」的項目標示正確，且對照核銷規則站得住腳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彙總說明清楚交代本次核銷總金額與待補件清單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C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07C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採購管理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採購案說明書起草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0B6A0B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把採購需求背景與範本交給 Cowork 起草工作說明書（SOW），再把需求討論會議紀錄交給 Meetings 技能摘要決議重點，回頭修正 SOW 中的規格與驗收標準 —— 從單純套範本，延伸成「會議結論即時反映進文件」的一次技能接力。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上傳需求背景與範本，請 Word 起草 SOW 初稿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GOV5_採購需求與範本.docx 上傳到聊天框，送出下面的提示詞起草 SOW 初稿。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上傳會議紀錄，請 Meetings 技能摘要決議重點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接著把 GOV5_需求討論會議紀錄.md 上傳，送出下面的提示詞換用 Meetings 技能。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請它依會議決議回頭更新 SOW 草稿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送出下面的提示詞，把兩個技能的產出接起來。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07C41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07C4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起草與修改 SOW 屬於內部文件作業，不會觸發審核卡；但這份文件後續會作為招標公告的一部分對外發布…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5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5_03_sow_upd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107C41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SOW 初稿涵蓋範本要求的所有章節，沒有段落缺漏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Meetings 摘要準確抓出會議中對規格、期程或驗收標準的具體修正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SOW 更新後的履約期程與驗收標準與會議決議一致，且已標註修改段落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05A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計畫審查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計畫審查檢核技能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把計畫審查的固定標準（目標明確性、經費合理性、時程可行性、風險與配套）教給 Cowork，做成一個叫 plan-review-checklist 的自訂技能：之後只要上傳任何一份計畫書，就能一鍵產出結構化審查意見 —— 把你的審查標準變成機關可重複使用的資產。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A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先問清楚技能如何建立與命名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先不要急著建立技能。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A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直接建立 plan-review-checklist 技能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GOV6_SKILL.md 上傳到聊天框，送出下面的提示詞請它直接建立技能。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A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開新工作階段，用一句話產出審查意見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開一個新的工作階段，上傳 GOV6_計畫書範例.docx，用下面這一句觸發技能。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A9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檢視技能是否誠實標示資訊不足、且能被分享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打開產出的審查意見，特別看「風險與配套」那一段。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6_01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6_04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plan-review-checklist 技能已建立，且規則包含六大固定段落與防護欄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新工作階段能用一句話觸發技能，不必重述審查標準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對資訊不足的段落（如刻意留空的風險與配套）誠實標示，而非臆測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3E9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3E9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業務溝通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議題問答準備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3593592" cy="402336"/>
          </a:xfrm>
          <a:prstGeom prst="roundRect">
            <a:avLst>
              <a:gd name="adj" fmla="val 50000"/>
            </a:avLst>
          </a:prstGeom>
          <a:solidFill>
            <a:srgbClr val="B4009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3593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8308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5" name="Text 12"/>
          <p:cNvSpPr/>
          <p:nvPr/>
        </p:nvSpPr>
        <p:spPr>
          <a:xfrm>
            <a:off x="178308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把一個近期可能被問到的議題背景交給 Cowork，讓它先用 Enterprise Search 盤點機關內部過去對類似議題的答詢紀錄與立場，再用 Word 整理成正式問答集，核准後 Email 給相關業務單位確認內容是否為最新進度 —— 用一般技能組合示範同樣的準備流程，而不建立長期技能。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E9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上傳議題背景，請它先用 Enterprise Search 盤點過去答詢紀錄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GOV7_議題背景與可能提問.md 上傳到聊天框，送出下面的提示詞。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E9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Word 整理成正式問答集初稿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送出下面的提示詞換技能，交給 Word 整理成正式問答集。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E9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核准後，Email 給相關業務單位確認內容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送出下面的提示詞，把問答集寄給相關業務單位確認。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A3E9D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7A3E9D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內部盤點與問答集整理屬於準備工作，不會觸發審核卡；但一旦要求 Cowork 把問答集「寄送」給其他業務單位確認…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3E9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7_01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7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7A3E9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 有實際盤點出機關內部過去對類似議題的答詢或結論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問答集每一題都附有具體答詢要點與資料來源標示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答詢口徑與機關過去公開立場一致，沒有自相矛盾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4A5A6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行政管理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例行月報彙總技能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把承辦人本月零散的工作紀錄與月報寫作規則教給 Cowork，做成一個叫 monthly-ops-report 的自訂技能：之後只要上傳原始工作紀錄，就能一鍵產出機關固定格式的業務月報 —— 把原本只靠 Edit Word with Copilot 修改草稿的做法，升級成完整的技能建立情境。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5A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先問清楚技能如何建立與命名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先不要急著建立技能。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5A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直接建立 monthly-ops-report 技能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GOV8_SKILL.md 上傳到聊天框，送出下面的提示詞請它直接建立技能。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5A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開新工作階段，用一句話產出本月月報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開一個新的工作階段，上傳 GOV8_本月工作紀錄原始.md，用下面這一句觸發技能。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5A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檢視技能是否過濾內部備註、誠實標示待確認事項，且能被分享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打開產出的月報，和原始紀錄逐段比對。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4A5A6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08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gov8_01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gov8_04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4A5A6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monthly-ops-report 技能已建立，且規則包含六大固定段落與防護欄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新工作階段能用一句話觸發技能，不必重述規則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原始紀錄中的內部備註已被過濾，未出現在正式月報中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25980"/>
            <a:ext cx="438912" cy="438912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01752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360420"/>
            <a:ext cx="438912" cy="438912"/>
          </a:xfrm>
          <a:prstGeom prst="ellipse">
            <a:avLst/>
          </a:prstGeom>
          <a:solidFill>
            <a:srgbClr val="A4373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25196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4594860"/>
            <a:ext cx="438912" cy="43891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548640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5829300"/>
            <a:ext cx="438912" cy="438912"/>
          </a:xfrm>
          <a:prstGeom prst="ellipse">
            <a:avLst/>
          </a:prstGeom>
          <a:solidFill>
            <a:srgbClr val="C19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5868" y="178308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7036" y="2125980"/>
            <a:ext cx="438912" cy="438912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55868" y="301752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7036" y="3360420"/>
            <a:ext cx="438912" cy="438912"/>
          </a:xfrm>
          <a:prstGeom prst="ellipse">
            <a:avLst/>
          </a:prstGeom>
          <a:solidFill>
            <a:srgbClr val="005A9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425196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7036" y="4594860"/>
            <a:ext cx="438912" cy="438912"/>
          </a:xfrm>
          <a:prstGeom prst="ellipse">
            <a:avLst/>
          </a:prstGeom>
          <a:solidFill>
            <a:srgbClr val="7A3E9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5868" y="548640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7036" y="5829300"/>
            <a:ext cx="438912" cy="438912"/>
          </a:xfrm>
          <a:prstGeom prst="ellipse">
            <a:avLst/>
          </a:prstGeom>
          <a:solidFill>
            <a:srgbClr val="4A5A6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5708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181965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政策研究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076124" y="181965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換成你機關真正關注的政策議題，例如電動垂直起降場管理或空域壅塞收費機制。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470148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17320" y="305409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預算管理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076124" y="305409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換成你機關實際的預算科目與門檻標準，讓 Cowork 先做好每季查核底稿。</a:t>
            </a:r>
            <a:endParaRPr lang="en-US" sz="11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704588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428853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陳情服務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076124" y="428853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把你機關常用的簽核用語或函稿格式告訴 Cowork，讓摘要更貼近實務公文格式。</a:t>
            </a:r>
            <a:endParaRPr lang="en-US" sz="11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939028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17320" y="552297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9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經費核銷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3076124" y="552297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換成你機關實際的核銷科目與金額上限規則，讓 Cowork 依你的規則判斷。</a:t>
            </a:r>
            <a:endParaRPr lang="en-US" sz="11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764" y="2235708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33108" y="181965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7C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採購管理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691911" y="181965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把你機關常用的 SOW 章節或招標公告格式告訴 Cowork，讓草稿更貼近實務格式。</a:t>
            </a:r>
            <a:endParaRPr lang="en-US" sz="11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764" y="347014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033108" y="305409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計畫審查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691911" y="305409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換成你機關實際的審查標準與計畫類型，一樣適用。</a:t>
            </a:r>
            <a:endParaRPr lang="en-US" sz="11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6764" y="4704588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33108" y="428853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E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業務溝通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8691911" y="428853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換成你機關近期真正需要準備的議題，讓 Cowork 先盤點再整理問答集。</a:t>
            </a:r>
            <a:endParaRPr lang="en-US" sz="11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6764" y="5939028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33108" y="552297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公部門 · 行政管理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8691911" y="552297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換成你自己單位的工作紀錄格式與月報章節要求，一樣適用。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公部門</dc:title>
  <dc:subject>PptxGenJS Presentation</dc:subject>
  <dc:creator>Andy Hung</dc:creator>
  <cp:lastModifiedBy>Andy Hung</cp:lastModifiedBy>
  <cp:revision>1</cp:revision>
  <dcterms:created xsi:type="dcterms:W3CDTF">2026-08-31T16:25:00Z</dcterms:created>
  <dcterms:modified xsi:type="dcterms:W3CDTF">2026-08-31T16:25:00Z</dcterms:modified>
</cp:coreProperties>
</file>